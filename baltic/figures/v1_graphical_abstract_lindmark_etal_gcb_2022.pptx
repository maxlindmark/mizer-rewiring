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D29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8"/>
    <p:restoredTop sz="96327"/>
  </p:normalViewPr>
  <p:slideViewPr>
    <p:cSldViewPr snapToGrid="0" snapToObjects="1" showGuides="1">
      <p:cViewPr varScale="1">
        <p:scale>
          <a:sx n="109" d="100"/>
          <a:sy n="109" d="100"/>
        </p:scale>
        <p:origin x="560" y="184"/>
      </p:cViewPr>
      <p:guideLst>
        <p:guide orient="horz" pos="2183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D9D0-1D70-7721-8096-BE45629E9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09F31-9FA6-9762-548C-6EDF220BF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662AB-E1C6-C8A8-0A6A-1D9E7F70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8AA0C-059D-B856-561D-1A2A5708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96D92-34B7-AD7A-DB18-BA30F11A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09471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8F56-EF3F-4BFC-C402-89AB26B6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C5B8-8746-AAC2-B7D8-6B2241443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5144-B632-A9CA-E563-472417207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FFF35-A0B6-72A2-F18B-2589C47A9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AAA98-8721-F5A4-7AB6-08664B24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807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925E-066B-8CA5-D8A1-2F1BAC1F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A4EC-0C9F-5F14-7D1A-9E5C385E7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21E24-C05A-5A47-C8A3-3A24952B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85087-8BD3-D76A-2B86-599F3342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1550-92B6-CC2C-F707-22A10552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3290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91F4-9AC8-C227-9BBA-DADB285D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C887-78E7-7847-0E38-30CFF8637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193BB-7FC6-E58E-05BF-37C4C437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AE52-7BD8-02FF-0D0B-49AC07AA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1FA2C-B654-B480-F6CB-C0E1351E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4FF8C-EA45-3DE6-DFB4-494AEB30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8591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8389-6720-ABBC-E87B-710BE665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D0B7A-F486-A1A5-7ABB-372FD91D1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751A3-9F79-0F6A-327B-6537004DD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224F8-74B0-E360-9A29-E9EBE167A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ECBD0-DACB-EA66-C414-C73D61B09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B392A-3557-7F57-0DD3-9469633D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57F99-6B60-907C-44AB-A5B643EE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B08FE-0FDB-0EBF-843C-92175417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0424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B3A0-F3D1-43BB-2DFC-0D033FFB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3964A-4C78-0399-CB44-A8CFD2FF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F603-0DD8-849C-2754-2AB7C581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CA03B-375F-6E59-7111-DC52D4E5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4641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58116-A962-3696-FDF9-D4B407BB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45847-1DD2-5A85-FC85-07B27214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B16AE-593F-5140-2661-7A5DC45A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5175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479DA-8A82-902F-7FF2-8C6C9CB7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AF2E-5C66-A1FB-0F5D-8A6B07602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66B34-6DDF-FE76-CC2D-4AAF416E0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BB856-3CDC-A4E4-827C-68ABD241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292CC-0D1E-B442-1F53-F23E6E0F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5DEE2-00E4-1978-8376-DEA50ED7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91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E328-CA87-F448-B171-E136E9DE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020A5-2EDD-FC2F-578F-9E8B07301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15DBE-EEE9-0EA5-1934-770F7940D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59D81-33DA-AEDC-4519-48158CA46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2F776-54D4-3017-C924-09B397CF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87138-4C20-C280-8630-549E88AA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8358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6130-34AD-C910-4D0A-F244D8BD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73272-87FC-ACC2-F6F1-9A20BADFF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0A702-ECFA-2948-6F3B-C4F18E83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90CDF-750D-CD29-3970-34182E02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62FB5-E1E0-E895-A07D-8382B59C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2260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9946C-F81C-4D15-D553-957EEDFF2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03175-1C76-DD4B-7260-87D603A88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DB13-C99D-279A-097C-DF7305F3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DCE9-E2F1-8368-2682-A586D4AB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0BC06-6D7C-DDA4-8D6D-9BA2586A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7430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3C96D-ABC6-9BBE-818C-3BFB259B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B88FF-F77B-383A-1531-FAE98C3E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AB13-A3EB-DE1C-C586-4598C24AD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6BEF5-CF70-6F44-8E2A-88E53D75FEBE}" type="datetimeFigureOut">
              <a:rPr lang="en-SE" smtClean="0"/>
              <a:t>2022-07-12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F3D47-0B0A-58BD-AB05-2B0109C87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DC82A-29D2-F86E-FA04-B65E74D16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CC6E5-A89C-7342-8D95-39D55541D81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1541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sv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768B31-9C10-D0FE-67A3-7C0F7AD63FE1}"/>
              </a:ext>
            </a:extLst>
          </p:cNvPr>
          <p:cNvSpPr/>
          <p:nvPr/>
        </p:nvSpPr>
        <p:spPr>
          <a:xfrm>
            <a:off x="158180" y="9657"/>
            <a:ext cx="5725772" cy="683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Calibrate temperature-dependent multi-species size spectrum model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18D695-EF79-CE02-2B99-31AA0D0F963A}"/>
              </a:ext>
            </a:extLst>
          </p:cNvPr>
          <p:cNvSpPr/>
          <p:nvPr/>
        </p:nvSpPr>
        <p:spPr>
          <a:xfrm>
            <a:off x="6308051" y="9657"/>
            <a:ext cx="5725770" cy="683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Project at different rates of warming and fishing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ACC9E28-187D-69C9-569B-FC7B96D7E28D}"/>
              </a:ext>
            </a:extLst>
          </p:cNvPr>
          <p:cNvSpPr/>
          <p:nvPr/>
        </p:nvSpPr>
        <p:spPr>
          <a:xfrm>
            <a:off x="158181" y="4177278"/>
            <a:ext cx="11875640" cy="515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Analyse changes in indivdidual growth trajectories, food web size structure and fisheries yield 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1E17144-E1A4-1F95-4EAD-C446A21D6A8F}"/>
              </a:ext>
            </a:extLst>
          </p:cNvPr>
          <p:cNvGrpSpPr/>
          <p:nvPr/>
        </p:nvGrpSpPr>
        <p:grpSpPr>
          <a:xfrm>
            <a:off x="3284238" y="1476731"/>
            <a:ext cx="2710320" cy="2343844"/>
            <a:chOff x="-649638" y="1348452"/>
            <a:chExt cx="6541479" cy="5656973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DBFFD1B-2001-56DF-D089-8FED591A7890}"/>
                </a:ext>
              </a:extLst>
            </p:cNvPr>
            <p:cNvSpPr/>
            <p:nvPr/>
          </p:nvSpPr>
          <p:spPr>
            <a:xfrm rot="20359657">
              <a:off x="2616968" y="2542276"/>
              <a:ext cx="808207" cy="1760531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5737" h="3194426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95443" y="2618549"/>
                    <a:pt x="1879092" y="3194426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50000"/>
                  <a:lumOff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D658A33D-95A9-D063-1827-A0A7D86CFE47}"/>
                </a:ext>
              </a:extLst>
            </p:cNvPr>
            <p:cNvGrpSpPr/>
            <p:nvPr/>
          </p:nvGrpSpPr>
          <p:grpSpPr>
            <a:xfrm>
              <a:off x="-649638" y="1348452"/>
              <a:ext cx="6541479" cy="5656973"/>
              <a:chOff x="5905502" y="2229771"/>
              <a:chExt cx="4076980" cy="3763790"/>
            </a:xfrm>
          </p:grpSpPr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1A8A6BF8-BB13-F42A-96B4-E457AE5AC411}"/>
                  </a:ext>
                </a:extLst>
              </p:cNvPr>
              <p:cNvCxnSpPr/>
              <p:nvPr/>
            </p:nvCxnSpPr>
            <p:spPr>
              <a:xfrm>
                <a:off x="6575698" y="2413854"/>
                <a:ext cx="0" cy="3031067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EA8E10C6-3481-A8A4-C214-753278FCF5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699" y="5438823"/>
                <a:ext cx="3282612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2" name="Rubrik 1">
                <a:extLst>
                  <a:ext uri="{FF2B5EF4-FFF2-40B4-BE49-F238E27FC236}">
                    <a16:creationId xmlns:a16="http://schemas.microsoft.com/office/drawing/2014/main" id="{A9AF8E6A-8FAD-CD00-EE63-A1F45F74AED6}"/>
                  </a:ext>
                </a:extLst>
              </p:cNvPr>
              <p:cNvSpPr txBox="1">
                <a:spLocks/>
              </p:cNvSpPr>
              <p:nvPr/>
            </p:nvSpPr>
            <p:spPr>
              <a:xfrm rot="16200000">
                <a:off x="4632851" y="3502422"/>
                <a:ext cx="3302074" cy="75677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10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(abundance)</a:t>
                </a:r>
              </a:p>
            </p:txBody>
          </p:sp>
          <p:sp>
            <p:nvSpPr>
              <p:cNvPr id="133" name="Rubrik 1">
                <a:extLst>
                  <a:ext uri="{FF2B5EF4-FFF2-40B4-BE49-F238E27FC236}">
                    <a16:creationId xmlns:a16="http://schemas.microsoft.com/office/drawing/2014/main" id="{446D6426-CA6B-B930-9615-BA7A118CA5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2026" y="5460887"/>
                <a:ext cx="2990456" cy="53267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Log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(biomass)</a:t>
                </a:r>
              </a:p>
            </p:txBody>
          </p:sp>
        </p:grp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29E4C0D-DEBE-C621-4352-BDAD2D89E6CB}"/>
                </a:ext>
              </a:extLst>
            </p:cNvPr>
            <p:cNvCxnSpPr>
              <a:cxnSpLocks/>
            </p:cNvCxnSpPr>
            <p:nvPr/>
          </p:nvCxnSpPr>
          <p:spPr>
            <a:xfrm>
              <a:off x="630477" y="1718649"/>
              <a:ext cx="1737118" cy="1049579"/>
            </a:xfrm>
            <a:prstGeom prst="line">
              <a:avLst/>
            </a:prstGeom>
            <a:noFill/>
            <a:ln w="28575" cap="flat" cmpd="sng" algn="ctr">
              <a:solidFill>
                <a:srgbClr val="154734">
                  <a:lumMod val="90000"/>
                  <a:lumOff val="10000"/>
                </a:srgbClr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02548BD-B4F9-5447-19E2-C2C1C96B1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71138">
              <a:off x="594171" y="2154188"/>
              <a:ext cx="644995" cy="585735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0AB5C82D-EFEC-3A6C-36CE-9E46221B7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1155803" y="1480750"/>
              <a:ext cx="812663" cy="438776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3211E42-68D2-6AE6-AA3D-4C477C972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9" t="31070" r="7696" b="30768"/>
            <a:stretch/>
          </p:blipFill>
          <p:spPr>
            <a:xfrm flipH="1">
              <a:off x="3100051" y="3990217"/>
              <a:ext cx="702817" cy="191650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2AACD44C-2C11-0537-2CB0-8C3545B7FB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duotone>
                <a:srgbClr val="007681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22" t="29534" r="7859" b="29441"/>
            <a:stretch/>
          </p:blipFill>
          <p:spPr>
            <a:xfrm flipH="1">
              <a:off x="3794805" y="4757377"/>
              <a:ext cx="1097085" cy="317478"/>
            </a:xfrm>
            <a:prstGeom prst="rect">
              <a:avLst/>
            </a:prstGeom>
          </p:spPr>
        </p:pic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6074031-3C04-6FF3-076B-E1D8AC980D2B}"/>
                </a:ext>
              </a:extLst>
            </p:cNvPr>
            <p:cNvCxnSpPr>
              <a:cxnSpLocks/>
            </p:cNvCxnSpPr>
            <p:nvPr/>
          </p:nvCxnSpPr>
          <p:spPr>
            <a:xfrm>
              <a:off x="688070" y="1642550"/>
              <a:ext cx="1853647" cy="1064399"/>
            </a:xfrm>
            <a:prstGeom prst="line">
              <a:avLst/>
            </a:prstGeom>
            <a:noFill/>
            <a:ln w="28575" cap="flat" cmpd="sng" algn="ctr">
              <a:solidFill>
                <a:srgbClr val="154734">
                  <a:lumMod val="50000"/>
                  <a:lumOff val="50000"/>
                </a:srgbClr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5415B76-5F28-4DD0-F52D-39DF7C116FF3}"/>
                </a:ext>
              </a:extLst>
            </p:cNvPr>
            <p:cNvSpPr/>
            <p:nvPr/>
          </p:nvSpPr>
          <p:spPr>
            <a:xfrm>
              <a:off x="2277665" y="2777774"/>
              <a:ext cx="3169662" cy="2422302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  <a:gd name="connsiteX0" fmla="*/ 0 w 2226499"/>
                <a:gd name="connsiteY0" fmla="*/ 0 h 3235758"/>
                <a:gd name="connsiteX1" fmla="*/ 1664997 w 2226499"/>
                <a:gd name="connsiteY1" fmla="*/ 1776545 h 3235758"/>
                <a:gd name="connsiteX2" fmla="*/ 2105118 w 2226499"/>
                <a:gd name="connsiteY2" fmla="*/ 3235758 h 3235758"/>
                <a:gd name="connsiteX0" fmla="*/ 0 w 2114414"/>
                <a:gd name="connsiteY0" fmla="*/ 0 h 3235758"/>
                <a:gd name="connsiteX1" fmla="*/ 1664997 w 2114414"/>
                <a:gd name="connsiteY1" fmla="*/ 1776545 h 3235758"/>
                <a:gd name="connsiteX2" fmla="*/ 2105118 w 2114414"/>
                <a:gd name="connsiteY2" fmla="*/ 3235758 h 3235758"/>
                <a:gd name="connsiteX0" fmla="*/ 0 w 2215779"/>
                <a:gd name="connsiteY0" fmla="*/ 0 h 3136105"/>
                <a:gd name="connsiteX1" fmla="*/ 1664997 w 2215779"/>
                <a:gd name="connsiteY1" fmla="*/ 1776545 h 3136105"/>
                <a:gd name="connsiteX2" fmla="*/ 2210383 w 2215779"/>
                <a:gd name="connsiteY2" fmla="*/ 3136105 h 3136105"/>
                <a:gd name="connsiteX0" fmla="*/ 0 w 2210383"/>
                <a:gd name="connsiteY0" fmla="*/ 0 h 3136105"/>
                <a:gd name="connsiteX1" fmla="*/ 1664997 w 2210383"/>
                <a:gd name="connsiteY1" fmla="*/ 1776545 h 3136105"/>
                <a:gd name="connsiteX2" fmla="*/ 2210383 w 2210383"/>
                <a:gd name="connsiteY2" fmla="*/ 3136105 h 3136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0383" h="3136105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89795" y="2366883"/>
                    <a:pt x="2210383" y="3136105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90000"/>
                  <a:lumOff val="1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F4B36EAD-9B9A-8E37-592B-7F7AF524C1BD}"/>
                </a:ext>
              </a:extLst>
            </p:cNvPr>
            <p:cNvSpPr/>
            <p:nvPr/>
          </p:nvSpPr>
          <p:spPr>
            <a:xfrm rot="20559526">
              <a:off x="2688598" y="2390154"/>
              <a:ext cx="1466571" cy="2585852"/>
            </a:xfrm>
            <a:custGeom>
              <a:avLst/>
              <a:gdLst>
                <a:gd name="connsiteX0" fmla="*/ 0 w 2646218"/>
                <a:gd name="connsiteY0" fmla="*/ 0 h 3172691"/>
                <a:gd name="connsiteX1" fmla="*/ 2050473 w 2646218"/>
                <a:gd name="connsiteY1" fmla="*/ 2147455 h 3172691"/>
                <a:gd name="connsiteX2" fmla="*/ 2646218 w 2646218"/>
                <a:gd name="connsiteY2" fmla="*/ 3172691 h 3172691"/>
                <a:gd name="connsiteX0" fmla="*/ 0 w 2646218"/>
                <a:gd name="connsiteY0" fmla="*/ 0 h 3172691"/>
                <a:gd name="connsiteX1" fmla="*/ 1911491 w 2646218"/>
                <a:gd name="connsiteY1" fmla="*/ 2005940 h 3172691"/>
                <a:gd name="connsiteX2" fmla="*/ 2646218 w 2646218"/>
                <a:gd name="connsiteY2" fmla="*/ 3172691 h 3172691"/>
                <a:gd name="connsiteX0" fmla="*/ 0 w 2396050"/>
                <a:gd name="connsiteY0" fmla="*/ 0 h 3238005"/>
                <a:gd name="connsiteX1" fmla="*/ 1911491 w 2396050"/>
                <a:gd name="connsiteY1" fmla="*/ 2005940 h 3238005"/>
                <a:gd name="connsiteX2" fmla="*/ 2396050 w 2396050"/>
                <a:gd name="connsiteY2" fmla="*/ 3238005 h 3238005"/>
                <a:gd name="connsiteX0" fmla="*/ 0 w 2064859"/>
                <a:gd name="connsiteY0" fmla="*/ 0 h 3528161"/>
                <a:gd name="connsiteX1" fmla="*/ 1911491 w 2064859"/>
                <a:gd name="connsiteY1" fmla="*/ 2005940 h 3528161"/>
                <a:gd name="connsiteX2" fmla="*/ 1872458 w 2064859"/>
                <a:gd name="connsiteY2" fmla="*/ 3528162 h 3528161"/>
                <a:gd name="connsiteX0" fmla="*/ 0 w 2230456"/>
                <a:gd name="connsiteY0" fmla="*/ 0 h 3350836"/>
                <a:gd name="connsiteX1" fmla="*/ 1911491 w 2230456"/>
                <a:gd name="connsiteY1" fmla="*/ 2005940 h 3350836"/>
                <a:gd name="connsiteX2" fmla="*/ 2230456 w 2230456"/>
                <a:gd name="connsiteY2" fmla="*/ 3350835 h 3350836"/>
                <a:gd name="connsiteX0" fmla="*/ 0 w 2090536"/>
                <a:gd name="connsiteY0" fmla="*/ 0 h 3079037"/>
                <a:gd name="connsiteX1" fmla="*/ 1911491 w 2090536"/>
                <a:gd name="connsiteY1" fmla="*/ 2005940 h 3079037"/>
                <a:gd name="connsiteX2" fmla="*/ 1983507 w 2090536"/>
                <a:gd name="connsiteY2" fmla="*/ 3079037 h 3079037"/>
                <a:gd name="connsiteX0" fmla="*/ 0 w 2056676"/>
                <a:gd name="connsiteY0" fmla="*/ 0 h 3012467"/>
                <a:gd name="connsiteX1" fmla="*/ 1911491 w 2056676"/>
                <a:gd name="connsiteY1" fmla="*/ 2005940 h 3012467"/>
                <a:gd name="connsiteX2" fmla="*/ 1828710 w 2056676"/>
                <a:gd name="connsiteY2" fmla="*/ 3012468 h 3012467"/>
                <a:gd name="connsiteX0" fmla="*/ 0 w 2121411"/>
                <a:gd name="connsiteY0" fmla="*/ 0 h 3012467"/>
                <a:gd name="connsiteX1" fmla="*/ 1911491 w 2121411"/>
                <a:gd name="connsiteY1" fmla="*/ 2005940 h 3012467"/>
                <a:gd name="connsiteX2" fmla="*/ 1828710 w 2121411"/>
                <a:gd name="connsiteY2" fmla="*/ 3012468 h 3012467"/>
                <a:gd name="connsiteX0" fmla="*/ 0 w 2138960"/>
                <a:gd name="connsiteY0" fmla="*/ 0 h 3194426"/>
                <a:gd name="connsiteX1" fmla="*/ 1911491 w 2138960"/>
                <a:gd name="connsiteY1" fmla="*/ 2005940 h 3194426"/>
                <a:gd name="connsiteX2" fmla="*/ 1879092 w 2138960"/>
                <a:gd name="connsiteY2" fmla="*/ 3194426 h 3194426"/>
                <a:gd name="connsiteX0" fmla="*/ 0 w 2140089"/>
                <a:gd name="connsiteY0" fmla="*/ 0 h 3194426"/>
                <a:gd name="connsiteX1" fmla="*/ 1911491 w 2140089"/>
                <a:gd name="connsiteY1" fmla="*/ 2005940 h 3194426"/>
                <a:gd name="connsiteX2" fmla="*/ 1879092 w 2140089"/>
                <a:gd name="connsiteY2" fmla="*/ 3194426 h 3194426"/>
                <a:gd name="connsiteX0" fmla="*/ 0 w 2125015"/>
                <a:gd name="connsiteY0" fmla="*/ 0 h 3194426"/>
                <a:gd name="connsiteX1" fmla="*/ 1911491 w 2125015"/>
                <a:gd name="connsiteY1" fmla="*/ 2005940 h 3194426"/>
                <a:gd name="connsiteX2" fmla="*/ 1879092 w 2125015"/>
                <a:gd name="connsiteY2" fmla="*/ 3194426 h 3194426"/>
                <a:gd name="connsiteX0" fmla="*/ 0 w 2116051"/>
                <a:gd name="connsiteY0" fmla="*/ 0 h 3194426"/>
                <a:gd name="connsiteX1" fmla="*/ 1911491 w 2116051"/>
                <a:gd name="connsiteY1" fmla="*/ 2005940 h 3194426"/>
                <a:gd name="connsiteX2" fmla="*/ 1879092 w 2116051"/>
                <a:gd name="connsiteY2" fmla="*/ 3194426 h 3194426"/>
                <a:gd name="connsiteX0" fmla="*/ 0 w 2128376"/>
                <a:gd name="connsiteY0" fmla="*/ 0 h 3194426"/>
                <a:gd name="connsiteX1" fmla="*/ 1911491 w 2128376"/>
                <a:gd name="connsiteY1" fmla="*/ 2005940 h 3194426"/>
                <a:gd name="connsiteX2" fmla="*/ 1879092 w 2128376"/>
                <a:gd name="connsiteY2" fmla="*/ 3194426 h 3194426"/>
                <a:gd name="connsiteX0" fmla="*/ 0 w 2076658"/>
                <a:gd name="connsiteY0" fmla="*/ 0 h 3194426"/>
                <a:gd name="connsiteX1" fmla="*/ 1911491 w 2076658"/>
                <a:gd name="connsiteY1" fmla="*/ 2005940 h 3194426"/>
                <a:gd name="connsiteX2" fmla="*/ 1879092 w 2076658"/>
                <a:gd name="connsiteY2" fmla="*/ 3194426 h 3194426"/>
                <a:gd name="connsiteX0" fmla="*/ 0 w 2166496"/>
                <a:gd name="connsiteY0" fmla="*/ 0 h 3194426"/>
                <a:gd name="connsiteX1" fmla="*/ 1911491 w 2166496"/>
                <a:gd name="connsiteY1" fmla="*/ 2005940 h 3194426"/>
                <a:gd name="connsiteX2" fmla="*/ 1879092 w 2166496"/>
                <a:gd name="connsiteY2" fmla="*/ 3194426 h 3194426"/>
                <a:gd name="connsiteX0" fmla="*/ 0 w 2055737"/>
                <a:gd name="connsiteY0" fmla="*/ 0 h 3194426"/>
                <a:gd name="connsiteX1" fmla="*/ 1664997 w 2055737"/>
                <a:gd name="connsiteY1" fmla="*/ 1776545 h 3194426"/>
                <a:gd name="connsiteX2" fmla="*/ 1879092 w 2055737"/>
                <a:gd name="connsiteY2" fmla="*/ 3194426 h 3194426"/>
                <a:gd name="connsiteX0" fmla="*/ 0 w 2151204"/>
                <a:gd name="connsiteY0" fmla="*/ 0 h 3255408"/>
                <a:gd name="connsiteX1" fmla="*/ 1664997 w 2151204"/>
                <a:gd name="connsiteY1" fmla="*/ 1776545 h 3255408"/>
                <a:gd name="connsiteX2" fmla="*/ 2010781 w 2151204"/>
                <a:gd name="connsiteY2" fmla="*/ 3255408 h 3255408"/>
                <a:gd name="connsiteX0" fmla="*/ 0 w 2091132"/>
                <a:gd name="connsiteY0" fmla="*/ 0 h 3255408"/>
                <a:gd name="connsiteX1" fmla="*/ 1664997 w 2091132"/>
                <a:gd name="connsiteY1" fmla="*/ 1776545 h 3255408"/>
                <a:gd name="connsiteX2" fmla="*/ 2010781 w 2091132"/>
                <a:gd name="connsiteY2" fmla="*/ 3255408 h 325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91132" h="3255408">
                  <a:moveTo>
                    <a:pt x="0" y="0"/>
                  </a:moveTo>
                  <a:cubicBezTo>
                    <a:pt x="804718" y="809336"/>
                    <a:pt x="1265655" y="1236878"/>
                    <a:pt x="1664997" y="1776545"/>
                  </a:cubicBezTo>
                  <a:cubicBezTo>
                    <a:pt x="2064339" y="2316212"/>
                    <a:pt x="2191200" y="2633341"/>
                    <a:pt x="2010781" y="3255408"/>
                  </a:cubicBezTo>
                </a:path>
              </a:pathLst>
            </a:custGeom>
            <a:noFill/>
            <a:ln w="28575" cap="flat" cmpd="sng" algn="ctr">
              <a:solidFill>
                <a:srgbClr val="154734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 w="0"/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13683E3-404A-5BF2-F443-8A403F93E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 flipH="1">
              <a:off x="4343347" y="5265251"/>
              <a:ext cx="1349262" cy="561877"/>
            </a:xfrm>
            <a:prstGeom prst="rect">
              <a:avLst/>
            </a:prstGeom>
          </p:spPr>
        </p:pic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31393D2-59A8-CC8B-4A6E-CC8854E7BCFB}"/>
                </a:ext>
              </a:extLst>
            </p:cNvPr>
            <p:cNvSpPr txBox="1"/>
            <p:nvPr/>
          </p:nvSpPr>
          <p:spPr>
            <a:xfrm>
              <a:off x="4826206" y="345156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ts val="3000"/>
                </a:lnSpc>
              </a:pPr>
              <a:endParaRPr lang="en-SE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A4A417E3-7C10-83A7-2E31-457108F414A8}"/>
                </a:ext>
              </a:extLst>
            </p:cNvPr>
            <p:cNvSpPr/>
            <p:nvPr/>
          </p:nvSpPr>
          <p:spPr>
            <a:xfrm>
              <a:off x="597229" y="3948081"/>
              <a:ext cx="1371237" cy="824793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BBBD67F-0547-FB20-FEDD-D6D9B1622441}"/>
                </a:ext>
              </a:extLst>
            </p:cNvPr>
            <p:cNvCxnSpPr>
              <a:cxnSpLocks/>
            </p:cNvCxnSpPr>
            <p:nvPr/>
          </p:nvCxnSpPr>
          <p:spPr>
            <a:xfrm>
              <a:off x="1449383" y="4082825"/>
              <a:ext cx="1602272" cy="1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ysDot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D9A8A3F-A245-9FBB-C5B3-EC705084CF5E}"/>
                </a:ext>
              </a:extLst>
            </p:cNvPr>
            <p:cNvSpPr/>
            <p:nvPr/>
          </p:nvSpPr>
          <p:spPr>
            <a:xfrm>
              <a:off x="757826" y="4780413"/>
              <a:ext cx="1371237" cy="804126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3848B07-3EB7-59DE-50C9-ACD7E1136F3C}"/>
                </a:ext>
              </a:extLst>
            </p:cNvPr>
            <p:cNvCxnSpPr>
              <a:cxnSpLocks/>
            </p:cNvCxnSpPr>
            <p:nvPr/>
          </p:nvCxnSpPr>
          <p:spPr>
            <a:xfrm>
              <a:off x="1633182" y="4897459"/>
              <a:ext cx="2076730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lgDash"/>
              <a:miter lim="800000"/>
              <a:headEnd type="triangle" w="med" len="med"/>
              <a:tailEnd type="none" w="med" len="med"/>
            </a:ln>
            <a:effectLst/>
          </p:spPr>
        </p:cxn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C3C4C36C-D0E2-CA58-B46E-F7D568B1B3BB}"/>
                </a:ext>
              </a:extLst>
            </p:cNvPr>
            <p:cNvSpPr/>
            <p:nvPr/>
          </p:nvSpPr>
          <p:spPr>
            <a:xfrm>
              <a:off x="1093680" y="5447614"/>
              <a:ext cx="2687894" cy="694758"/>
            </a:xfrm>
            <a:custGeom>
              <a:avLst/>
              <a:gdLst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25165 w 4051139"/>
                <a:gd name="connsiteY9" fmla="*/ 2047515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417905 h 2429480"/>
                <a:gd name="connsiteX1" fmla="*/ 532435 w 4051139"/>
                <a:gd name="connsiteY1" fmla="*/ 2336882 h 2429480"/>
                <a:gd name="connsiteX2" fmla="*/ 1053296 w 4051139"/>
                <a:gd name="connsiteY2" fmla="*/ 1781298 h 2429480"/>
                <a:gd name="connsiteX3" fmla="*/ 1574157 w 4051139"/>
                <a:gd name="connsiteY3" fmla="*/ 670128 h 2429480"/>
                <a:gd name="connsiteX4" fmla="*/ 1932972 w 4051139"/>
                <a:gd name="connsiteY4" fmla="*/ 91394 h 2429480"/>
                <a:gd name="connsiteX5" fmla="*/ 2118167 w 4051139"/>
                <a:gd name="connsiteY5" fmla="*/ 33520 h 2429480"/>
                <a:gd name="connsiteX6" fmla="*/ 2430684 w 4051139"/>
                <a:gd name="connsiteY6" fmla="*/ 415485 h 2429480"/>
                <a:gd name="connsiteX7" fmla="*/ 2673752 w 4051139"/>
                <a:gd name="connsiteY7" fmla="*/ 1017368 h 2429480"/>
                <a:gd name="connsiteX8" fmla="*/ 2974694 w 4051139"/>
                <a:gd name="connsiteY8" fmla="*/ 1711849 h 2429480"/>
                <a:gd name="connsiteX9" fmla="*/ 3171464 w 4051139"/>
                <a:gd name="connsiteY9" fmla="*/ 2105389 h 2429480"/>
                <a:gd name="connsiteX10" fmla="*/ 3507129 w 4051139"/>
                <a:gd name="connsiteY10" fmla="*/ 2348457 h 2429480"/>
                <a:gd name="connsiteX11" fmla="*/ 4051139 w 4051139"/>
                <a:gd name="connsiteY11" fmla="*/ 2429480 h 2429480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3934 h 2405509"/>
                <a:gd name="connsiteX1" fmla="*/ 532435 w 4051139"/>
                <a:gd name="connsiteY1" fmla="*/ 2312911 h 2405509"/>
                <a:gd name="connsiteX2" fmla="*/ 1053296 w 4051139"/>
                <a:gd name="connsiteY2" fmla="*/ 1757327 h 2405509"/>
                <a:gd name="connsiteX3" fmla="*/ 1574157 w 4051139"/>
                <a:gd name="connsiteY3" fmla="*/ 646157 h 2405509"/>
                <a:gd name="connsiteX4" fmla="*/ 1932972 w 4051139"/>
                <a:gd name="connsiteY4" fmla="*/ 67423 h 2405509"/>
                <a:gd name="connsiteX5" fmla="*/ 2176041 w 4051139"/>
                <a:gd name="connsiteY5" fmla="*/ 78997 h 2405509"/>
                <a:gd name="connsiteX6" fmla="*/ 2430684 w 4051139"/>
                <a:gd name="connsiteY6" fmla="*/ 391514 h 2405509"/>
                <a:gd name="connsiteX7" fmla="*/ 2673752 w 4051139"/>
                <a:gd name="connsiteY7" fmla="*/ 993397 h 2405509"/>
                <a:gd name="connsiteX8" fmla="*/ 2974694 w 4051139"/>
                <a:gd name="connsiteY8" fmla="*/ 1687878 h 2405509"/>
                <a:gd name="connsiteX9" fmla="*/ 3171464 w 4051139"/>
                <a:gd name="connsiteY9" fmla="*/ 2081418 h 2405509"/>
                <a:gd name="connsiteX10" fmla="*/ 3507129 w 4051139"/>
                <a:gd name="connsiteY10" fmla="*/ 2324486 h 2405509"/>
                <a:gd name="connsiteX11" fmla="*/ 4051139 w 4051139"/>
                <a:gd name="connsiteY11" fmla="*/ 2405509 h 2405509"/>
                <a:gd name="connsiteX0" fmla="*/ 0 w 4051139"/>
                <a:gd name="connsiteY0" fmla="*/ 2378831 h 2390406"/>
                <a:gd name="connsiteX1" fmla="*/ 532435 w 4051139"/>
                <a:gd name="connsiteY1" fmla="*/ 2297808 h 2390406"/>
                <a:gd name="connsiteX2" fmla="*/ 1053296 w 4051139"/>
                <a:gd name="connsiteY2" fmla="*/ 1742224 h 2390406"/>
                <a:gd name="connsiteX3" fmla="*/ 1574157 w 4051139"/>
                <a:gd name="connsiteY3" fmla="*/ 631054 h 2390406"/>
                <a:gd name="connsiteX4" fmla="*/ 1932972 w 4051139"/>
                <a:gd name="connsiteY4" fmla="*/ 52320 h 2390406"/>
                <a:gd name="connsiteX5" fmla="*/ 2176041 w 4051139"/>
                <a:gd name="connsiteY5" fmla="*/ 63894 h 2390406"/>
                <a:gd name="connsiteX6" fmla="*/ 2430684 w 4051139"/>
                <a:gd name="connsiteY6" fmla="*/ 376411 h 2390406"/>
                <a:gd name="connsiteX7" fmla="*/ 2673752 w 4051139"/>
                <a:gd name="connsiteY7" fmla="*/ 978294 h 2390406"/>
                <a:gd name="connsiteX8" fmla="*/ 2974694 w 4051139"/>
                <a:gd name="connsiteY8" fmla="*/ 1672775 h 2390406"/>
                <a:gd name="connsiteX9" fmla="*/ 3171464 w 4051139"/>
                <a:gd name="connsiteY9" fmla="*/ 2066315 h 2390406"/>
                <a:gd name="connsiteX10" fmla="*/ 3507129 w 4051139"/>
                <a:gd name="connsiteY10" fmla="*/ 2309383 h 2390406"/>
                <a:gd name="connsiteX11" fmla="*/ 4051139 w 4051139"/>
                <a:gd name="connsiteY11" fmla="*/ 2390406 h 2390406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673752 w 4051139"/>
                <a:gd name="connsiteY7" fmla="*/ 997608 h 2409720"/>
                <a:gd name="connsiteX8" fmla="*/ 2974694 w 4051139"/>
                <a:gd name="connsiteY8" fmla="*/ 1692089 h 2409720"/>
                <a:gd name="connsiteX9" fmla="*/ 3171464 w 4051139"/>
                <a:gd name="connsiteY9" fmla="*/ 2085629 h 2409720"/>
                <a:gd name="connsiteX10" fmla="*/ 3507129 w 4051139"/>
                <a:gd name="connsiteY10" fmla="*/ 2328697 h 2409720"/>
                <a:gd name="connsiteX11" fmla="*/ 4051139 w 4051139"/>
                <a:gd name="connsiteY11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74694 w 4051139"/>
                <a:gd name="connsiteY7" fmla="*/ 1692089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171464 w 4051139"/>
                <a:gd name="connsiteY8" fmla="*/ 2085629 h 2409720"/>
                <a:gd name="connsiteX9" fmla="*/ 3507129 w 4051139"/>
                <a:gd name="connsiteY9" fmla="*/ 2328697 h 2409720"/>
                <a:gd name="connsiteX10" fmla="*/ 4051139 w 4051139"/>
                <a:gd name="connsiteY10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507129 w 4051139"/>
                <a:gd name="connsiteY8" fmla="*/ 2328697 h 2409720"/>
                <a:gd name="connsiteX9" fmla="*/ 4051139 w 4051139"/>
                <a:gd name="connsiteY9" fmla="*/ 2409720 h 2409720"/>
                <a:gd name="connsiteX0" fmla="*/ 0 w 4051139"/>
                <a:gd name="connsiteY0" fmla="*/ 2398145 h 2409720"/>
                <a:gd name="connsiteX1" fmla="*/ 532435 w 4051139"/>
                <a:gd name="connsiteY1" fmla="*/ 2317122 h 2409720"/>
                <a:gd name="connsiteX2" fmla="*/ 1053296 w 4051139"/>
                <a:gd name="connsiteY2" fmla="*/ 1761538 h 2409720"/>
                <a:gd name="connsiteX3" fmla="*/ 1574157 w 4051139"/>
                <a:gd name="connsiteY3" fmla="*/ 650368 h 2409720"/>
                <a:gd name="connsiteX4" fmla="*/ 1932972 w 4051139"/>
                <a:gd name="connsiteY4" fmla="*/ 71634 h 2409720"/>
                <a:gd name="connsiteX5" fmla="*/ 2176041 w 4051139"/>
                <a:gd name="connsiteY5" fmla="*/ 83208 h 2409720"/>
                <a:gd name="connsiteX6" fmla="*/ 2558006 w 4051139"/>
                <a:gd name="connsiteY6" fmla="*/ 742966 h 2409720"/>
                <a:gd name="connsiteX7" fmla="*/ 2963119 w 4051139"/>
                <a:gd name="connsiteY7" fmla="*/ 1703663 h 2409720"/>
                <a:gd name="connsiteX8" fmla="*/ 3368233 w 4051139"/>
                <a:gd name="connsiteY8" fmla="*/ 2247674 h 2409720"/>
                <a:gd name="connsiteX9" fmla="*/ 4051139 w 4051139"/>
                <a:gd name="connsiteY9" fmla="*/ 2409720 h 2409720"/>
                <a:gd name="connsiteX0" fmla="*/ 0 w 4051139"/>
                <a:gd name="connsiteY0" fmla="*/ 2411745 h 2423320"/>
                <a:gd name="connsiteX1" fmla="*/ 532435 w 4051139"/>
                <a:gd name="connsiteY1" fmla="*/ 2330722 h 2423320"/>
                <a:gd name="connsiteX2" fmla="*/ 1053296 w 4051139"/>
                <a:gd name="connsiteY2" fmla="*/ 1775138 h 2423320"/>
                <a:gd name="connsiteX3" fmla="*/ 1574157 w 4051139"/>
                <a:gd name="connsiteY3" fmla="*/ 663968 h 2423320"/>
                <a:gd name="connsiteX4" fmla="*/ 1932972 w 4051139"/>
                <a:gd name="connsiteY4" fmla="*/ 85234 h 2423320"/>
                <a:gd name="connsiteX5" fmla="*/ 2257063 w 4051139"/>
                <a:gd name="connsiteY5" fmla="*/ 73659 h 2423320"/>
                <a:gd name="connsiteX6" fmla="*/ 2558006 w 4051139"/>
                <a:gd name="connsiteY6" fmla="*/ 756566 h 2423320"/>
                <a:gd name="connsiteX7" fmla="*/ 2963119 w 4051139"/>
                <a:gd name="connsiteY7" fmla="*/ 1717263 h 2423320"/>
                <a:gd name="connsiteX8" fmla="*/ 3368233 w 4051139"/>
                <a:gd name="connsiteY8" fmla="*/ 2261274 h 2423320"/>
                <a:gd name="connsiteX9" fmla="*/ 4051139 w 4051139"/>
                <a:gd name="connsiteY9" fmla="*/ 2423320 h 2423320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57063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400890 h 2412465"/>
                <a:gd name="connsiteX1" fmla="*/ 532435 w 4051139"/>
                <a:gd name="connsiteY1" fmla="*/ 2319867 h 2412465"/>
                <a:gd name="connsiteX2" fmla="*/ 1053296 w 4051139"/>
                <a:gd name="connsiteY2" fmla="*/ 1764283 h 2412465"/>
                <a:gd name="connsiteX3" fmla="*/ 1574157 w 4051139"/>
                <a:gd name="connsiteY3" fmla="*/ 653113 h 2412465"/>
                <a:gd name="connsiteX4" fmla="*/ 1898248 w 4051139"/>
                <a:gd name="connsiteY4" fmla="*/ 97528 h 2412465"/>
                <a:gd name="connsiteX5" fmla="*/ 2210764 w 4051139"/>
                <a:gd name="connsiteY5" fmla="*/ 62804 h 2412465"/>
                <a:gd name="connsiteX6" fmla="*/ 2558006 w 4051139"/>
                <a:gd name="connsiteY6" fmla="*/ 745711 h 2412465"/>
                <a:gd name="connsiteX7" fmla="*/ 2963119 w 4051139"/>
                <a:gd name="connsiteY7" fmla="*/ 1706408 h 2412465"/>
                <a:gd name="connsiteX8" fmla="*/ 3368233 w 4051139"/>
                <a:gd name="connsiteY8" fmla="*/ 2250419 h 2412465"/>
                <a:gd name="connsiteX9" fmla="*/ 4051139 w 4051139"/>
                <a:gd name="connsiteY9" fmla="*/ 2412465 h 2412465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63119 w 4051139"/>
                <a:gd name="connsiteY7" fmla="*/ 1702284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6766 h 2408341"/>
                <a:gd name="connsiteX1" fmla="*/ 532435 w 4051139"/>
                <a:gd name="connsiteY1" fmla="*/ 2315743 h 2408341"/>
                <a:gd name="connsiteX2" fmla="*/ 1053296 w 4051139"/>
                <a:gd name="connsiteY2" fmla="*/ 1760159 h 2408341"/>
                <a:gd name="connsiteX3" fmla="*/ 1574157 w 4051139"/>
                <a:gd name="connsiteY3" fmla="*/ 648989 h 2408341"/>
                <a:gd name="connsiteX4" fmla="*/ 1898248 w 4051139"/>
                <a:gd name="connsiteY4" fmla="*/ 93404 h 2408341"/>
                <a:gd name="connsiteX5" fmla="*/ 2210764 w 4051139"/>
                <a:gd name="connsiteY5" fmla="*/ 58680 h 2408341"/>
                <a:gd name="connsiteX6" fmla="*/ 2534857 w 4051139"/>
                <a:gd name="connsiteY6" fmla="*/ 683714 h 2408341"/>
                <a:gd name="connsiteX7" fmla="*/ 2974694 w 4051139"/>
                <a:gd name="connsiteY7" fmla="*/ 1760158 h 2408341"/>
                <a:gd name="connsiteX8" fmla="*/ 3368233 w 4051139"/>
                <a:gd name="connsiteY8" fmla="*/ 2246295 h 2408341"/>
                <a:gd name="connsiteX9" fmla="*/ 4051139 w 4051139"/>
                <a:gd name="connsiteY9" fmla="*/ 2408341 h 2408341"/>
                <a:gd name="connsiteX0" fmla="*/ 0 w 4051139"/>
                <a:gd name="connsiteY0" fmla="*/ 2393485 h 2405060"/>
                <a:gd name="connsiteX1" fmla="*/ 532435 w 4051139"/>
                <a:gd name="connsiteY1" fmla="*/ 2312462 h 2405060"/>
                <a:gd name="connsiteX2" fmla="*/ 1053296 w 4051139"/>
                <a:gd name="connsiteY2" fmla="*/ 1756878 h 2405060"/>
                <a:gd name="connsiteX3" fmla="*/ 1574157 w 4051139"/>
                <a:gd name="connsiteY3" fmla="*/ 645708 h 2405060"/>
                <a:gd name="connsiteX4" fmla="*/ 1898248 w 4051139"/>
                <a:gd name="connsiteY4" fmla="*/ 90123 h 2405060"/>
                <a:gd name="connsiteX5" fmla="*/ 2210764 w 4051139"/>
                <a:gd name="connsiteY5" fmla="*/ 55399 h 2405060"/>
                <a:gd name="connsiteX6" fmla="*/ 2523282 w 4051139"/>
                <a:gd name="connsiteY6" fmla="*/ 634134 h 2405060"/>
                <a:gd name="connsiteX7" fmla="*/ 2974694 w 4051139"/>
                <a:gd name="connsiteY7" fmla="*/ 1756877 h 2405060"/>
                <a:gd name="connsiteX8" fmla="*/ 3368233 w 4051139"/>
                <a:gd name="connsiteY8" fmla="*/ 2243014 h 2405060"/>
                <a:gd name="connsiteX9" fmla="*/ 4051139 w 4051139"/>
                <a:gd name="connsiteY9" fmla="*/ 2405060 h 2405060"/>
                <a:gd name="connsiteX0" fmla="*/ 0 w 4051139"/>
                <a:gd name="connsiteY0" fmla="*/ 2391161 h 2402736"/>
                <a:gd name="connsiteX1" fmla="*/ 532435 w 4051139"/>
                <a:gd name="connsiteY1" fmla="*/ 2310138 h 2402736"/>
                <a:gd name="connsiteX2" fmla="*/ 1053296 w 4051139"/>
                <a:gd name="connsiteY2" fmla="*/ 1754554 h 2402736"/>
                <a:gd name="connsiteX3" fmla="*/ 1597306 w 4051139"/>
                <a:gd name="connsiteY3" fmla="*/ 597086 h 2402736"/>
                <a:gd name="connsiteX4" fmla="*/ 1898248 w 4051139"/>
                <a:gd name="connsiteY4" fmla="*/ 87799 h 2402736"/>
                <a:gd name="connsiteX5" fmla="*/ 2210764 w 4051139"/>
                <a:gd name="connsiteY5" fmla="*/ 53075 h 2402736"/>
                <a:gd name="connsiteX6" fmla="*/ 2523282 w 4051139"/>
                <a:gd name="connsiteY6" fmla="*/ 631810 h 2402736"/>
                <a:gd name="connsiteX7" fmla="*/ 2974694 w 4051139"/>
                <a:gd name="connsiteY7" fmla="*/ 1754553 h 2402736"/>
                <a:gd name="connsiteX8" fmla="*/ 3368233 w 4051139"/>
                <a:gd name="connsiteY8" fmla="*/ 2240690 h 2402736"/>
                <a:gd name="connsiteX9" fmla="*/ 4051139 w 4051139"/>
                <a:gd name="connsiteY9" fmla="*/ 2402736 h 240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51139" h="2402736">
                  <a:moveTo>
                    <a:pt x="0" y="2391161"/>
                  </a:moveTo>
                  <a:cubicBezTo>
                    <a:pt x="178443" y="2403700"/>
                    <a:pt x="356886" y="2416239"/>
                    <a:pt x="532435" y="2310138"/>
                  </a:cubicBezTo>
                  <a:cubicBezTo>
                    <a:pt x="707984" y="2204037"/>
                    <a:pt x="875818" y="2040063"/>
                    <a:pt x="1053296" y="1754554"/>
                  </a:cubicBezTo>
                  <a:cubicBezTo>
                    <a:pt x="1230774" y="1469045"/>
                    <a:pt x="1456481" y="874879"/>
                    <a:pt x="1597306" y="597086"/>
                  </a:cubicBezTo>
                  <a:cubicBezTo>
                    <a:pt x="1738131" y="319294"/>
                    <a:pt x="1796005" y="178467"/>
                    <a:pt x="1898248" y="87799"/>
                  </a:cubicBezTo>
                  <a:cubicBezTo>
                    <a:pt x="2000491" y="-2869"/>
                    <a:pt x="2106592" y="-37593"/>
                    <a:pt x="2210764" y="53075"/>
                  </a:cubicBezTo>
                  <a:cubicBezTo>
                    <a:pt x="2314936" y="143743"/>
                    <a:pt x="2395960" y="348230"/>
                    <a:pt x="2523282" y="631810"/>
                  </a:cubicBezTo>
                  <a:cubicBezTo>
                    <a:pt x="2650604" y="915390"/>
                    <a:pt x="2833869" y="1486406"/>
                    <a:pt x="2974694" y="1754553"/>
                  </a:cubicBezTo>
                  <a:cubicBezTo>
                    <a:pt x="3115519" y="2022700"/>
                    <a:pt x="3186896" y="2123014"/>
                    <a:pt x="3368233" y="2240690"/>
                  </a:cubicBezTo>
                  <a:cubicBezTo>
                    <a:pt x="3522562" y="2304351"/>
                    <a:pt x="3856298" y="2394055"/>
                    <a:pt x="4051139" y="2402736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D7F5349-1432-8C1A-F2D7-07FA4C7930EE}"/>
                </a:ext>
              </a:extLst>
            </p:cNvPr>
            <p:cNvCxnSpPr>
              <a:cxnSpLocks/>
            </p:cNvCxnSpPr>
            <p:nvPr/>
          </p:nvCxnSpPr>
          <p:spPr>
            <a:xfrm>
              <a:off x="2808684" y="5574519"/>
              <a:ext cx="1436104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118E79-D0F2-ECFB-EFE9-7618043A363E}"/>
              </a:ext>
            </a:extLst>
          </p:cNvPr>
          <p:cNvGrpSpPr/>
          <p:nvPr/>
        </p:nvGrpSpPr>
        <p:grpSpPr>
          <a:xfrm>
            <a:off x="6188689" y="761740"/>
            <a:ext cx="2863314" cy="2317228"/>
            <a:chOff x="2865542" y="1085405"/>
            <a:chExt cx="2863314" cy="2317228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75952187-97B3-7C25-4AAE-97DC3BD96DA9}"/>
                </a:ext>
              </a:extLst>
            </p:cNvPr>
            <p:cNvGrpSpPr/>
            <p:nvPr/>
          </p:nvGrpSpPr>
          <p:grpSpPr>
            <a:xfrm>
              <a:off x="2865542" y="1085405"/>
              <a:ext cx="2863314" cy="2317228"/>
              <a:chOff x="-756393" y="1625129"/>
              <a:chExt cx="6648234" cy="5380296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D9F9E96-85AD-7BD9-9226-6AE178562057}"/>
                  </a:ext>
                </a:extLst>
              </p:cNvPr>
              <p:cNvGrpSpPr/>
              <p:nvPr/>
            </p:nvGrpSpPr>
            <p:grpSpPr>
              <a:xfrm>
                <a:off x="-756393" y="1625129"/>
                <a:ext cx="6648234" cy="5380296"/>
                <a:chOff x="5838967" y="2413854"/>
                <a:chExt cx="4143515" cy="3579707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658BA98D-A29B-F0E1-7E4F-8D8D0BD897B2}"/>
                    </a:ext>
                  </a:extLst>
                </p:cNvPr>
                <p:cNvCxnSpPr/>
                <p:nvPr/>
              </p:nvCxnSpPr>
              <p:spPr>
                <a:xfrm>
                  <a:off x="6575698" y="2413854"/>
                  <a:ext cx="0" cy="303106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681">
                      <a:lumMod val="50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4CF041C7-74F5-C30A-6384-BA99194449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5699" y="5438823"/>
                  <a:ext cx="3282612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681">
                      <a:lumMod val="50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5" name="Rubrik 1">
                  <a:extLst>
                    <a:ext uri="{FF2B5EF4-FFF2-40B4-BE49-F238E27FC236}">
                      <a16:creationId xmlns:a16="http://schemas.microsoft.com/office/drawing/2014/main" id="{4B751FAB-34FE-53E2-7FC2-335DF30EBFC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4701819" y="3566969"/>
                  <a:ext cx="3031067" cy="75677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lvl="0" algn="ctr">
                    <a:defRPr/>
                  </a:pPr>
                  <a:r>
                    <a:rPr lang="en-US" sz="18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Temperature [°C]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Rubrik 1">
                  <a:extLst>
                    <a:ext uri="{FF2B5EF4-FFF2-40B4-BE49-F238E27FC236}">
                      <a16:creationId xmlns:a16="http://schemas.microsoft.com/office/drawing/2014/main" id="{ACAC608E-39FA-FDFF-E7DC-8F42350B07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992026" y="5460887"/>
                  <a:ext cx="2990456" cy="53267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8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Year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231C355-0C94-35B0-450E-A5AFC14FA596}"/>
                  </a:ext>
                </a:extLst>
              </p:cNvPr>
              <p:cNvSpPr txBox="1"/>
              <p:nvPr/>
            </p:nvSpPr>
            <p:spPr>
              <a:xfrm>
                <a:off x="4826206" y="3451566"/>
                <a:ext cx="0" cy="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ts val="3000"/>
                  </a:lnSpc>
                </a:pPr>
                <a:endParaRPr lang="en-SE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3E2E8F9-F6D1-D031-71B6-CA47927D4390}"/>
                </a:ext>
              </a:extLst>
            </p:cNvPr>
            <p:cNvSpPr/>
            <p:nvPr/>
          </p:nvSpPr>
          <p:spPr>
            <a:xfrm>
              <a:off x="3407434" y="1431985"/>
              <a:ext cx="2139351" cy="1477957"/>
            </a:xfrm>
            <a:custGeom>
              <a:avLst/>
              <a:gdLst>
                <a:gd name="connsiteX0" fmla="*/ 0 w 2139351"/>
                <a:gd name="connsiteY0" fmla="*/ 1466490 h 1497961"/>
                <a:gd name="connsiteX1" fmla="*/ 1069675 w 2139351"/>
                <a:gd name="connsiteY1" fmla="*/ 1483743 h 1497961"/>
                <a:gd name="connsiteX2" fmla="*/ 1181819 w 2139351"/>
                <a:gd name="connsiteY2" fmla="*/ 1285336 h 1497961"/>
                <a:gd name="connsiteX3" fmla="*/ 1268083 w 2139351"/>
                <a:gd name="connsiteY3" fmla="*/ 1319841 h 1497961"/>
                <a:gd name="connsiteX4" fmla="*/ 1337094 w 2139351"/>
                <a:gd name="connsiteY4" fmla="*/ 1078302 h 1497961"/>
                <a:gd name="connsiteX5" fmla="*/ 1414732 w 2139351"/>
                <a:gd name="connsiteY5" fmla="*/ 1328468 h 1497961"/>
                <a:gd name="connsiteX6" fmla="*/ 1466491 w 2139351"/>
                <a:gd name="connsiteY6" fmla="*/ 1078302 h 1497961"/>
                <a:gd name="connsiteX7" fmla="*/ 1552755 w 2139351"/>
                <a:gd name="connsiteY7" fmla="*/ 1199072 h 1497961"/>
                <a:gd name="connsiteX8" fmla="*/ 1587260 w 2139351"/>
                <a:gd name="connsiteY8" fmla="*/ 810883 h 1497961"/>
                <a:gd name="connsiteX9" fmla="*/ 1656272 w 2139351"/>
                <a:gd name="connsiteY9" fmla="*/ 957532 h 1497961"/>
                <a:gd name="connsiteX10" fmla="*/ 1708030 w 2139351"/>
                <a:gd name="connsiteY10" fmla="*/ 526211 h 1497961"/>
                <a:gd name="connsiteX11" fmla="*/ 1759789 w 2139351"/>
                <a:gd name="connsiteY11" fmla="*/ 655607 h 1497961"/>
                <a:gd name="connsiteX12" fmla="*/ 1768415 w 2139351"/>
                <a:gd name="connsiteY12" fmla="*/ 379562 h 1497961"/>
                <a:gd name="connsiteX13" fmla="*/ 1871932 w 2139351"/>
                <a:gd name="connsiteY13" fmla="*/ 715992 h 1497961"/>
                <a:gd name="connsiteX14" fmla="*/ 1940943 w 2139351"/>
                <a:gd name="connsiteY14" fmla="*/ 362309 h 1497961"/>
                <a:gd name="connsiteX15" fmla="*/ 1975449 w 2139351"/>
                <a:gd name="connsiteY15" fmla="*/ 439947 h 1497961"/>
                <a:gd name="connsiteX16" fmla="*/ 2001328 w 2139351"/>
                <a:gd name="connsiteY16" fmla="*/ 198407 h 1497961"/>
                <a:gd name="connsiteX17" fmla="*/ 2070340 w 2139351"/>
                <a:gd name="connsiteY17" fmla="*/ 310551 h 1497961"/>
                <a:gd name="connsiteX18" fmla="*/ 2139351 w 2139351"/>
                <a:gd name="connsiteY18" fmla="*/ 0 h 1497961"/>
                <a:gd name="connsiteX0" fmla="*/ 0 w 2139351"/>
                <a:gd name="connsiteY0" fmla="*/ 1466490 h 1503434"/>
                <a:gd name="connsiteX1" fmla="*/ 1069675 w 2139351"/>
                <a:gd name="connsiteY1" fmla="*/ 1483743 h 1503434"/>
                <a:gd name="connsiteX2" fmla="*/ 1241855 w 2139351"/>
                <a:gd name="connsiteY2" fmla="*/ 1211445 h 1503434"/>
                <a:gd name="connsiteX3" fmla="*/ 1268083 w 2139351"/>
                <a:gd name="connsiteY3" fmla="*/ 1319841 h 1503434"/>
                <a:gd name="connsiteX4" fmla="*/ 1337094 w 2139351"/>
                <a:gd name="connsiteY4" fmla="*/ 1078302 h 1503434"/>
                <a:gd name="connsiteX5" fmla="*/ 1414732 w 2139351"/>
                <a:gd name="connsiteY5" fmla="*/ 1328468 h 1503434"/>
                <a:gd name="connsiteX6" fmla="*/ 1466491 w 2139351"/>
                <a:gd name="connsiteY6" fmla="*/ 1078302 h 1503434"/>
                <a:gd name="connsiteX7" fmla="*/ 1552755 w 2139351"/>
                <a:gd name="connsiteY7" fmla="*/ 1199072 h 1503434"/>
                <a:gd name="connsiteX8" fmla="*/ 1587260 w 2139351"/>
                <a:gd name="connsiteY8" fmla="*/ 810883 h 1503434"/>
                <a:gd name="connsiteX9" fmla="*/ 1656272 w 2139351"/>
                <a:gd name="connsiteY9" fmla="*/ 957532 h 1503434"/>
                <a:gd name="connsiteX10" fmla="*/ 1708030 w 2139351"/>
                <a:gd name="connsiteY10" fmla="*/ 526211 h 1503434"/>
                <a:gd name="connsiteX11" fmla="*/ 1759789 w 2139351"/>
                <a:gd name="connsiteY11" fmla="*/ 655607 h 1503434"/>
                <a:gd name="connsiteX12" fmla="*/ 1768415 w 2139351"/>
                <a:gd name="connsiteY12" fmla="*/ 379562 h 1503434"/>
                <a:gd name="connsiteX13" fmla="*/ 1871932 w 2139351"/>
                <a:gd name="connsiteY13" fmla="*/ 715992 h 1503434"/>
                <a:gd name="connsiteX14" fmla="*/ 1940943 w 2139351"/>
                <a:gd name="connsiteY14" fmla="*/ 362309 h 1503434"/>
                <a:gd name="connsiteX15" fmla="*/ 1975449 w 2139351"/>
                <a:gd name="connsiteY15" fmla="*/ 439947 h 1503434"/>
                <a:gd name="connsiteX16" fmla="*/ 2001328 w 2139351"/>
                <a:gd name="connsiteY16" fmla="*/ 198407 h 1503434"/>
                <a:gd name="connsiteX17" fmla="*/ 2070340 w 2139351"/>
                <a:gd name="connsiteY17" fmla="*/ 310551 h 1503434"/>
                <a:gd name="connsiteX18" fmla="*/ 2139351 w 2139351"/>
                <a:gd name="connsiteY18" fmla="*/ 0 h 1503434"/>
                <a:gd name="connsiteX0" fmla="*/ 0 w 2139351"/>
                <a:gd name="connsiteY0" fmla="*/ 1466490 h 1503434"/>
                <a:gd name="connsiteX1" fmla="*/ 1069675 w 2139351"/>
                <a:gd name="connsiteY1" fmla="*/ 1483743 h 1503434"/>
                <a:gd name="connsiteX2" fmla="*/ 1241855 w 2139351"/>
                <a:gd name="connsiteY2" fmla="*/ 1211445 h 1503434"/>
                <a:gd name="connsiteX3" fmla="*/ 1318883 w 2139351"/>
                <a:gd name="connsiteY3" fmla="*/ 1342932 h 1503434"/>
                <a:gd name="connsiteX4" fmla="*/ 1337094 w 2139351"/>
                <a:gd name="connsiteY4" fmla="*/ 1078302 h 1503434"/>
                <a:gd name="connsiteX5" fmla="*/ 1414732 w 2139351"/>
                <a:gd name="connsiteY5" fmla="*/ 1328468 h 1503434"/>
                <a:gd name="connsiteX6" fmla="*/ 1466491 w 2139351"/>
                <a:gd name="connsiteY6" fmla="*/ 1078302 h 1503434"/>
                <a:gd name="connsiteX7" fmla="*/ 1552755 w 2139351"/>
                <a:gd name="connsiteY7" fmla="*/ 1199072 h 1503434"/>
                <a:gd name="connsiteX8" fmla="*/ 1587260 w 2139351"/>
                <a:gd name="connsiteY8" fmla="*/ 810883 h 1503434"/>
                <a:gd name="connsiteX9" fmla="*/ 1656272 w 2139351"/>
                <a:gd name="connsiteY9" fmla="*/ 957532 h 1503434"/>
                <a:gd name="connsiteX10" fmla="*/ 1708030 w 2139351"/>
                <a:gd name="connsiteY10" fmla="*/ 526211 h 1503434"/>
                <a:gd name="connsiteX11" fmla="*/ 1759789 w 2139351"/>
                <a:gd name="connsiteY11" fmla="*/ 655607 h 1503434"/>
                <a:gd name="connsiteX12" fmla="*/ 1768415 w 2139351"/>
                <a:gd name="connsiteY12" fmla="*/ 379562 h 1503434"/>
                <a:gd name="connsiteX13" fmla="*/ 1871932 w 2139351"/>
                <a:gd name="connsiteY13" fmla="*/ 715992 h 1503434"/>
                <a:gd name="connsiteX14" fmla="*/ 1940943 w 2139351"/>
                <a:gd name="connsiteY14" fmla="*/ 362309 h 1503434"/>
                <a:gd name="connsiteX15" fmla="*/ 1975449 w 2139351"/>
                <a:gd name="connsiteY15" fmla="*/ 439947 h 1503434"/>
                <a:gd name="connsiteX16" fmla="*/ 2001328 w 2139351"/>
                <a:gd name="connsiteY16" fmla="*/ 198407 h 1503434"/>
                <a:gd name="connsiteX17" fmla="*/ 2070340 w 2139351"/>
                <a:gd name="connsiteY17" fmla="*/ 310551 h 1503434"/>
                <a:gd name="connsiteX18" fmla="*/ 2139351 w 2139351"/>
                <a:gd name="connsiteY18" fmla="*/ 0 h 1503434"/>
                <a:gd name="connsiteX0" fmla="*/ 0 w 2139351"/>
                <a:gd name="connsiteY0" fmla="*/ 1466490 h 1477793"/>
                <a:gd name="connsiteX1" fmla="*/ 1018875 w 2139351"/>
                <a:gd name="connsiteY1" fmla="*/ 1432943 h 1477793"/>
                <a:gd name="connsiteX2" fmla="*/ 1241855 w 2139351"/>
                <a:gd name="connsiteY2" fmla="*/ 1211445 h 1477793"/>
                <a:gd name="connsiteX3" fmla="*/ 1318883 w 2139351"/>
                <a:gd name="connsiteY3" fmla="*/ 1342932 h 1477793"/>
                <a:gd name="connsiteX4" fmla="*/ 1337094 w 2139351"/>
                <a:gd name="connsiteY4" fmla="*/ 1078302 h 1477793"/>
                <a:gd name="connsiteX5" fmla="*/ 1414732 w 2139351"/>
                <a:gd name="connsiteY5" fmla="*/ 1328468 h 1477793"/>
                <a:gd name="connsiteX6" fmla="*/ 1466491 w 2139351"/>
                <a:gd name="connsiteY6" fmla="*/ 1078302 h 1477793"/>
                <a:gd name="connsiteX7" fmla="*/ 1552755 w 2139351"/>
                <a:gd name="connsiteY7" fmla="*/ 1199072 h 1477793"/>
                <a:gd name="connsiteX8" fmla="*/ 1587260 w 2139351"/>
                <a:gd name="connsiteY8" fmla="*/ 810883 h 1477793"/>
                <a:gd name="connsiteX9" fmla="*/ 1656272 w 2139351"/>
                <a:gd name="connsiteY9" fmla="*/ 957532 h 1477793"/>
                <a:gd name="connsiteX10" fmla="*/ 1708030 w 2139351"/>
                <a:gd name="connsiteY10" fmla="*/ 526211 h 1477793"/>
                <a:gd name="connsiteX11" fmla="*/ 1759789 w 2139351"/>
                <a:gd name="connsiteY11" fmla="*/ 655607 h 1477793"/>
                <a:gd name="connsiteX12" fmla="*/ 1768415 w 2139351"/>
                <a:gd name="connsiteY12" fmla="*/ 379562 h 1477793"/>
                <a:gd name="connsiteX13" fmla="*/ 1871932 w 2139351"/>
                <a:gd name="connsiteY13" fmla="*/ 715992 h 1477793"/>
                <a:gd name="connsiteX14" fmla="*/ 1940943 w 2139351"/>
                <a:gd name="connsiteY14" fmla="*/ 362309 h 1477793"/>
                <a:gd name="connsiteX15" fmla="*/ 1975449 w 2139351"/>
                <a:gd name="connsiteY15" fmla="*/ 439947 h 1477793"/>
                <a:gd name="connsiteX16" fmla="*/ 2001328 w 2139351"/>
                <a:gd name="connsiteY16" fmla="*/ 198407 h 1477793"/>
                <a:gd name="connsiteX17" fmla="*/ 2070340 w 2139351"/>
                <a:gd name="connsiteY17" fmla="*/ 310551 h 1477793"/>
                <a:gd name="connsiteX18" fmla="*/ 2139351 w 2139351"/>
                <a:gd name="connsiteY18" fmla="*/ 0 h 1477793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37094 w 2139351"/>
                <a:gd name="connsiteY4" fmla="*/ 10783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37094 w 2139351"/>
                <a:gd name="connsiteY4" fmla="*/ 10783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1973619 w 2139351"/>
                <a:gd name="connsiteY16" fmla="*/ 193789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1973619 w 2139351"/>
                <a:gd name="connsiteY16" fmla="*/ 193789 h 1477957"/>
                <a:gd name="connsiteX17" fmla="*/ 2028777 w 2139351"/>
                <a:gd name="connsiteY17" fmla="*/ 393678 h 1477957"/>
                <a:gd name="connsiteX18" fmla="*/ 2139351 w 2139351"/>
                <a:gd name="connsiteY18" fmla="*/ 0 h 147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39351" h="1477957">
                  <a:moveTo>
                    <a:pt x="0" y="1466490"/>
                  </a:moveTo>
                  <a:cubicBezTo>
                    <a:pt x="436352" y="1490212"/>
                    <a:pt x="814978" y="1476220"/>
                    <a:pt x="1018875" y="1432943"/>
                  </a:cubicBezTo>
                  <a:cubicBezTo>
                    <a:pt x="1222772" y="1389666"/>
                    <a:pt x="1187237" y="1120229"/>
                    <a:pt x="1223383" y="1206827"/>
                  </a:cubicBezTo>
                  <a:cubicBezTo>
                    <a:pt x="1259529" y="1293425"/>
                    <a:pt x="1294543" y="1372819"/>
                    <a:pt x="1318883" y="1342932"/>
                  </a:cubicBezTo>
                  <a:cubicBezTo>
                    <a:pt x="1343223" y="1313045"/>
                    <a:pt x="1348828" y="1032222"/>
                    <a:pt x="1369421" y="1027502"/>
                  </a:cubicBezTo>
                  <a:cubicBezTo>
                    <a:pt x="1390014" y="1022782"/>
                    <a:pt x="1420105" y="1329238"/>
                    <a:pt x="1442441" y="1314614"/>
                  </a:cubicBezTo>
                  <a:cubicBezTo>
                    <a:pt x="1464777" y="1299990"/>
                    <a:pt x="1485050" y="954395"/>
                    <a:pt x="1503436" y="939756"/>
                  </a:cubicBezTo>
                  <a:cubicBezTo>
                    <a:pt x="1521822" y="925117"/>
                    <a:pt x="1538015" y="1254417"/>
                    <a:pt x="1552755" y="1226781"/>
                  </a:cubicBezTo>
                  <a:cubicBezTo>
                    <a:pt x="1567495" y="1199145"/>
                    <a:pt x="1577704" y="808037"/>
                    <a:pt x="1591878" y="773938"/>
                  </a:cubicBezTo>
                  <a:cubicBezTo>
                    <a:pt x="1606052" y="739839"/>
                    <a:pt x="1622290" y="1063474"/>
                    <a:pt x="1637800" y="1022186"/>
                  </a:cubicBezTo>
                  <a:cubicBezTo>
                    <a:pt x="1653310" y="980898"/>
                    <a:pt x="1669226" y="584229"/>
                    <a:pt x="1684939" y="526211"/>
                  </a:cubicBezTo>
                  <a:cubicBezTo>
                    <a:pt x="1700652" y="468193"/>
                    <a:pt x="1718167" y="698522"/>
                    <a:pt x="1732080" y="674080"/>
                  </a:cubicBezTo>
                  <a:cubicBezTo>
                    <a:pt x="1745993" y="649639"/>
                    <a:pt x="1753573" y="373347"/>
                    <a:pt x="1768415" y="379562"/>
                  </a:cubicBezTo>
                  <a:cubicBezTo>
                    <a:pt x="1783257" y="385777"/>
                    <a:pt x="1804693" y="725024"/>
                    <a:pt x="1821132" y="711373"/>
                  </a:cubicBezTo>
                  <a:cubicBezTo>
                    <a:pt x="1837571" y="697722"/>
                    <a:pt x="1850569" y="329807"/>
                    <a:pt x="1867052" y="297654"/>
                  </a:cubicBezTo>
                  <a:cubicBezTo>
                    <a:pt x="1883535" y="265501"/>
                    <a:pt x="1902270" y="535767"/>
                    <a:pt x="1920031" y="518456"/>
                  </a:cubicBezTo>
                  <a:cubicBezTo>
                    <a:pt x="1937792" y="501145"/>
                    <a:pt x="1955495" y="214585"/>
                    <a:pt x="1973619" y="193789"/>
                  </a:cubicBezTo>
                  <a:cubicBezTo>
                    <a:pt x="1991743" y="172993"/>
                    <a:pt x="2005773" y="426746"/>
                    <a:pt x="2028777" y="393678"/>
                  </a:cubicBezTo>
                  <a:cubicBezTo>
                    <a:pt x="2051781" y="360610"/>
                    <a:pt x="2116347" y="138741"/>
                    <a:pt x="2139351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6E76F98D-A528-249F-5178-E4D217D0D6E0}"/>
                </a:ext>
              </a:extLst>
            </p:cNvPr>
            <p:cNvSpPr/>
            <p:nvPr/>
          </p:nvSpPr>
          <p:spPr>
            <a:xfrm>
              <a:off x="3404307" y="2656077"/>
              <a:ext cx="2236247" cy="255270"/>
            </a:xfrm>
            <a:custGeom>
              <a:avLst/>
              <a:gdLst>
                <a:gd name="connsiteX0" fmla="*/ 0 w 2139351"/>
                <a:gd name="connsiteY0" fmla="*/ 1466490 h 1497961"/>
                <a:gd name="connsiteX1" fmla="*/ 1069675 w 2139351"/>
                <a:gd name="connsiteY1" fmla="*/ 1483743 h 1497961"/>
                <a:gd name="connsiteX2" fmla="*/ 1181819 w 2139351"/>
                <a:gd name="connsiteY2" fmla="*/ 1285336 h 1497961"/>
                <a:gd name="connsiteX3" fmla="*/ 1268083 w 2139351"/>
                <a:gd name="connsiteY3" fmla="*/ 1319841 h 1497961"/>
                <a:gd name="connsiteX4" fmla="*/ 1337094 w 2139351"/>
                <a:gd name="connsiteY4" fmla="*/ 1078302 h 1497961"/>
                <a:gd name="connsiteX5" fmla="*/ 1414732 w 2139351"/>
                <a:gd name="connsiteY5" fmla="*/ 1328468 h 1497961"/>
                <a:gd name="connsiteX6" fmla="*/ 1466491 w 2139351"/>
                <a:gd name="connsiteY6" fmla="*/ 1078302 h 1497961"/>
                <a:gd name="connsiteX7" fmla="*/ 1552755 w 2139351"/>
                <a:gd name="connsiteY7" fmla="*/ 1199072 h 1497961"/>
                <a:gd name="connsiteX8" fmla="*/ 1587260 w 2139351"/>
                <a:gd name="connsiteY8" fmla="*/ 810883 h 1497961"/>
                <a:gd name="connsiteX9" fmla="*/ 1656272 w 2139351"/>
                <a:gd name="connsiteY9" fmla="*/ 957532 h 1497961"/>
                <a:gd name="connsiteX10" fmla="*/ 1708030 w 2139351"/>
                <a:gd name="connsiteY10" fmla="*/ 526211 h 1497961"/>
                <a:gd name="connsiteX11" fmla="*/ 1759789 w 2139351"/>
                <a:gd name="connsiteY11" fmla="*/ 655607 h 1497961"/>
                <a:gd name="connsiteX12" fmla="*/ 1768415 w 2139351"/>
                <a:gd name="connsiteY12" fmla="*/ 379562 h 1497961"/>
                <a:gd name="connsiteX13" fmla="*/ 1871932 w 2139351"/>
                <a:gd name="connsiteY13" fmla="*/ 715992 h 1497961"/>
                <a:gd name="connsiteX14" fmla="*/ 1940943 w 2139351"/>
                <a:gd name="connsiteY14" fmla="*/ 362309 h 1497961"/>
                <a:gd name="connsiteX15" fmla="*/ 1975449 w 2139351"/>
                <a:gd name="connsiteY15" fmla="*/ 439947 h 1497961"/>
                <a:gd name="connsiteX16" fmla="*/ 2001328 w 2139351"/>
                <a:gd name="connsiteY16" fmla="*/ 198407 h 1497961"/>
                <a:gd name="connsiteX17" fmla="*/ 2070340 w 2139351"/>
                <a:gd name="connsiteY17" fmla="*/ 310551 h 1497961"/>
                <a:gd name="connsiteX18" fmla="*/ 2139351 w 2139351"/>
                <a:gd name="connsiteY18" fmla="*/ 0 h 1497961"/>
                <a:gd name="connsiteX0" fmla="*/ 0 w 2139351"/>
                <a:gd name="connsiteY0" fmla="*/ 1466490 h 1503434"/>
                <a:gd name="connsiteX1" fmla="*/ 1069675 w 2139351"/>
                <a:gd name="connsiteY1" fmla="*/ 1483743 h 1503434"/>
                <a:gd name="connsiteX2" fmla="*/ 1241855 w 2139351"/>
                <a:gd name="connsiteY2" fmla="*/ 1211445 h 1503434"/>
                <a:gd name="connsiteX3" fmla="*/ 1268083 w 2139351"/>
                <a:gd name="connsiteY3" fmla="*/ 1319841 h 1503434"/>
                <a:gd name="connsiteX4" fmla="*/ 1337094 w 2139351"/>
                <a:gd name="connsiteY4" fmla="*/ 1078302 h 1503434"/>
                <a:gd name="connsiteX5" fmla="*/ 1414732 w 2139351"/>
                <a:gd name="connsiteY5" fmla="*/ 1328468 h 1503434"/>
                <a:gd name="connsiteX6" fmla="*/ 1466491 w 2139351"/>
                <a:gd name="connsiteY6" fmla="*/ 1078302 h 1503434"/>
                <a:gd name="connsiteX7" fmla="*/ 1552755 w 2139351"/>
                <a:gd name="connsiteY7" fmla="*/ 1199072 h 1503434"/>
                <a:gd name="connsiteX8" fmla="*/ 1587260 w 2139351"/>
                <a:gd name="connsiteY8" fmla="*/ 810883 h 1503434"/>
                <a:gd name="connsiteX9" fmla="*/ 1656272 w 2139351"/>
                <a:gd name="connsiteY9" fmla="*/ 957532 h 1503434"/>
                <a:gd name="connsiteX10" fmla="*/ 1708030 w 2139351"/>
                <a:gd name="connsiteY10" fmla="*/ 526211 h 1503434"/>
                <a:gd name="connsiteX11" fmla="*/ 1759789 w 2139351"/>
                <a:gd name="connsiteY11" fmla="*/ 655607 h 1503434"/>
                <a:gd name="connsiteX12" fmla="*/ 1768415 w 2139351"/>
                <a:gd name="connsiteY12" fmla="*/ 379562 h 1503434"/>
                <a:gd name="connsiteX13" fmla="*/ 1871932 w 2139351"/>
                <a:gd name="connsiteY13" fmla="*/ 715992 h 1503434"/>
                <a:gd name="connsiteX14" fmla="*/ 1940943 w 2139351"/>
                <a:gd name="connsiteY14" fmla="*/ 362309 h 1503434"/>
                <a:gd name="connsiteX15" fmla="*/ 1975449 w 2139351"/>
                <a:gd name="connsiteY15" fmla="*/ 439947 h 1503434"/>
                <a:gd name="connsiteX16" fmla="*/ 2001328 w 2139351"/>
                <a:gd name="connsiteY16" fmla="*/ 198407 h 1503434"/>
                <a:gd name="connsiteX17" fmla="*/ 2070340 w 2139351"/>
                <a:gd name="connsiteY17" fmla="*/ 310551 h 1503434"/>
                <a:gd name="connsiteX18" fmla="*/ 2139351 w 2139351"/>
                <a:gd name="connsiteY18" fmla="*/ 0 h 1503434"/>
                <a:gd name="connsiteX0" fmla="*/ 0 w 2139351"/>
                <a:gd name="connsiteY0" fmla="*/ 1466490 h 1503434"/>
                <a:gd name="connsiteX1" fmla="*/ 1069675 w 2139351"/>
                <a:gd name="connsiteY1" fmla="*/ 1483743 h 1503434"/>
                <a:gd name="connsiteX2" fmla="*/ 1241855 w 2139351"/>
                <a:gd name="connsiteY2" fmla="*/ 1211445 h 1503434"/>
                <a:gd name="connsiteX3" fmla="*/ 1318883 w 2139351"/>
                <a:gd name="connsiteY3" fmla="*/ 1342932 h 1503434"/>
                <a:gd name="connsiteX4" fmla="*/ 1337094 w 2139351"/>
                <a:gd name="connsiteY4" fmla="*/ 1078302 h 1503434"/>
                <a:gd name="connsiteX5" fmla="*/ 1414732 w 2139351"/>
                <a:gd name="connsiteY5" fmla="*/ 1328468 h 1503434"/>
                <a:gd name="connsiteX6" fmla="*/ 1466491 w 2139351"/>
                <a:gd name="connsiteY6" fmla="*/ 1078302 h 1503434"/>
                <a:gd name="connsiteX7" fmla="*/ 1552755 w 2139351"/>
                <a:gd name="connsiteY7" fmla="*/ 1199072 h 1503434"/>
                <a:gd name="connsiteX8" fmla="*/ 1587260 w 2139351"/>
                <a:gd name="connsiteY8" fmla="*/ 810883 h 1503434"/>
                <a:gd name="connsiteX9" fmla="*/ 1656272 w 2139351"/>
                <a:gd name="connsiteY9" fmla="*/ 957532 h 1503434"/>
                <a:gd name="connsiteX10" fmla="*/ 1708030 w 2139351"/>
                <a:gd name="connsiteY10" fmla="*/ 526211 h 1503434"/>
                <a:gd name="connsiteX11" fmla="*/ 1759789 w 2139351"/>
                <a:gd name="connsiteY11" fmla="*/ 655607 h 1503434"/>
                <a:gd name="connsiteX12" fmla="*/ 1768415 w 2139351"/>
                <a:gd name="connsiteY12" fmla="*/ 379562 h 1503434"/>
                <a:gd name="connsiteX13" fmla="*/ 1871932 w 2139351"/>
                <a:gd name="connsiteY13" fmla="*/ 715992 h 1503434"/>
                <a:gd name="connsiteX14" fmla="*/ 1940943 w 2139351"/>
                <a:gd name="connsiteY14" fmla="*/ 362309 h 1503434"/>
                <a:gd name="connsiteX15" fmla="*/ 1975449 w 2139351"/>
                <a:gd name="connsiteY15" fmla="*/ 439947 h 1503434"/>
                <a:gd name="connsiteX16" fmla="*/ 2001328 w 2139351"/>
                <a:gd name="connsiteY16" fmla="*/ 198407 h 1503434"/>
                <a:gd name="connsiteX17" fmla="*/ 2070340 w 2139351"/>
                <a:gd name="connsiteY17" fmla="*/ 310551 h 1503434"/>
                <a:gd name="connsiteX18" fmla="*/ 2139351 w 2139351"/>
                <a:gd name="connsiteY18" fmla="*/ 0 h 1503434"/>
                <a:gd name="connsiteX0" fmla="*/ 0 w 2139351"/>
                <a:gd name="connsiteY0" fmla="*/ 1466490 h 1477793"/>
                <a:gd name="connsiteX1" fmla="*/ 1018875 w 2139351"/>
                <a:gd name="connsiteY1" fmla="*/ 1432943 h 1477793"/>
                <a:gd name="connsiteX2" fmla="*/ 1241855 w 2139351"/>
                <a:gd name="connsiteY2" fmla="*/ 1211445 h 1477793"/>
                <a:gd name="connsiteX3" fmla="*/ 1318883 w 2139351"/>
                <a:gd name="connsiteY3" fmla="*/ 1342932 h 1477793"/>
                <a:gd name="connsiteX4" fmla="*/ 1337094 w 2139351"/>
                <a:gd name="connsiteY4" fmla="*/ 1078302 h 1477793"/>
                <a:gd name="connsiteX5" fmla="*/ 1414732 w 2139351"/>
                <a:gd name="connsiteY5" fmla="*/ 1328468 h 1477793"/>
                <a:gd name="connsiteX6" fmla="*/ 1466491 w 2139351"/>
                <a:gd name="connsiteY6" fmla="*/ 1078302 h 1477793"/>
                <a:gd name="connsiteX7" fmla="*/ 1552755 w 2139351"/>
                <a:gd name="connsiteY7" fmla="*/ 1199072 h 1477793"/>
                <a:gd name="connsiteX8" fmla="*/ 1587260 w 2139351"/>
                <a:gd name="connsiteY8" fmla="*/ 810883 h 1477793"/>
                <a:gd name="connsiteX9" fmla="*/ 1656272 w 2139351"/>
                <a:gd name="connsiteY9" fmla="*/ 957532 h 1477793"/>
                <a:gd name="connsiteX10" fmla="*/ 1708030 w 2139351"/>
                <a:gd name="connsiteY10" fmla="*/ 526211 h 1477793"/>
                <a:gd name="connsiteX11" fmla="*/ 1759789 w 2139351"/>
                <a:gd name="connsiteY11" fmla="*/ 655607 h 1477793"/>
                <a:gd name="connsiteX12" fmla="*/ 1768415 w 2139351"/>
                <a:gd name="connsiteY12" fmla="*/ 379562 h 1477793"/>
                <a:gd name="connsiteX13" fmla="*/ 1871932 w 2139351"/>
                <a:gd name="connsiteY13" fmla="*/ 715992 h 1477793"/>
                <a:gd name="connsiteX14" fmla="*/ 1940943 w 2139351"/>
                <a:gd name="connsiteY14" fmla="*/ 362309 h 1477793"/>
                <a:gd name="connsiteX15" fmla="*/ 1975449 w 2139351"/>
                <a:gd name="connsiteY15" fmla="*/ 439947 h 1477793"/>
                <a:gd name="connsiteX16" fmla="*/ 2001328 w 2139351"/>
                <a:gd name="connsiteY16" fmla="*/ 198407 h 1477793"/>
                <a:gd name="connsiteX17" fmla="*/ 2070340 w 2139351"/>
                <a:gd name="connsiteY17" fmla="*/ 310551 h 1477793"/>
                <a:gd name="connsiteX18" fmla="*/ 2139351 w 2139351"/>
                <a:gd name="connsiteY18" fmla="*/ 0 h 1477793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37094 w 2139351"/>
                <a:gd name="connsiteY4" fmla="*/ 10783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37094 w 2139351"/>
                <a:gd name="connsiteY4" fmla="*/ 10783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14732 w 2139351"/>
                <a:gd name="connsiteY5" fmla="*/ 1328468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466491 w 2139351"/>
                <a:gd name="connsiteY6" fmla="*/ 1078302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199072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87260 w 2139351"/>
                <a:gd name="connsiteY8" fmla="*/ 810883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56272 w 2139351"/>
                <a:gd name="connsiteY9" fmla="*/ 957532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708030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59789 w 2139351"/>
                <a:gd name="connsiteY11" fmla="*/ 655607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71932 w 2139351"/>
                <a:gd name="connsiteY13" fmla="*/ 715992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940943 w 2139351"/>
                <a:gd name="connsiteY14" fmla="*/ 362309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75449 w 2139351"/>
                <a:gd name="connsiteY15" fmla="*/ 439947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2001328 w 2139351"/>
                <a:gd name="connsiteY16" fmla="*/ 198407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1973619 w 2139351"/>
                <a:gd name="connsiteY16" fmla="*/ 193789 h 1477957"/>
                <a:gd name="connsiteX17" fmla="*/ 2070340 w 2139351"/>
                <a:gd name="connsiteY17" fmla="*/ 310551 h 1477957"/>
                <a:gd name="connsiteX18" fmla="*/ 2139351 w 2139351"/>
                <a:gd name="connsiteY18" fmla="*/ 0 h 1477957"/>
                <a:gd name="connsiteX0" fmla="*/ 0 w 2139351"/>
                <a:gd name="connsiteY0" fmla="*/ 1466490 h 1477957"/>
                <a:gd name="connsiteX1" fmla="*/ 1018875 w 2139351"/>
                <a:gd name="connsiteY1" fmla="*/ 1432943 h 1477957"/>
                <a:gd name="connsiteX2" fmla="*/ 1223383 w 2139351"/>
                <a:gd name="connsiteY2" fmla="*/ 1206827 h 1477957"/>
                <a:gd name="connsiteX3" fmla="*/ 1318883 w 2139351"/>
                <a:gd name="connsiteY3" fmla="*/ 1342932 h 1477957"/>
                <a:gd name="connsiteX4" fmla="*/ 1369421 w 2139351"/>
                <a:gd name="connsiteY4" fmla="*/ 1027502 h 1477957"/>
                <a:gd name="connsiteX5" fmla="*/ 1442441 w 2139351"/>
                <a:gd name="connsiteY5" fmla="*/ 1314614 h 1477957"/>
                <a:gd name="connsiteX6" fmla="*/ 1503436 w 2139351"/>
                <a:gd name="connsiteY6" fmla="*/ 939756 h 1477957"/>
                <a:gd name="connsiteX7" fmla="*/ 1552755 w 2139351"/>
                <a:gd name="connsiteY7" fmla="*/ 1226781 h 1477957"/>
                <a:gd name="connsiteX8" fmla="*/ 1591878 w 2139351"/>
                <a:gd name="connsiteY8" fmla="*/ 773938 h 1477957"/>
                <a:gd name="connsiteX9" fmla="*/ 1637800 w 2139351"/>
                <a:gd name="connsiteY9" fmla="*/ 1022186 h 1477957"/>
                <a:gd name="connsiteX10" fmla="*/ 1684939 w 2139351"/>
                <a:gd name="connsiteY10" fmla="*/ 526211 h 1477957"/>
                <a:gd name="connsiteX11" fmla="*/ 1732080 w 2139351"/>
                <a:gd name="connsiteY11" fmla="*/ 674080 h 1477957"/>
                <a:gd name="connsiteX12" fmla="*/ 1768415 w 2139351"/>
                <a:gd name="connsiteY12" fmla="*/ 379562 h 1477957"/>
                <a:gd name="connsiteX13" fmla="*/ 1821132 w 2139351"/>
                <a:gd name="connsiteY13" fmla="*/ 711373 h 1477957"/>
                <a:gd name="connsiteX14" fmla="*/ 1867052 w 2139351"/>
                <a:gd name="connsiteY14" fmla="*/ 297654 h 1477957"/>
                <a:gd name="connsiteX15" fmla="*/ 1920031 w 2139351"/>
                <a:gd name="connsiteY15" fmla="*/ 518456 h 1477957"/>
                <a:gd name="connsiteX16" fmla="*/ 1973619 w 2139351"/>
                <a:gd name="connsiteY16" fmla="*/ 193789 h 1477957"/>
                <a:gd name="connsiteX17" fmla="*/ 2028777 w 2139351"/>
                <a:gd name="connsiteY17" fmla="*/ 393678 h 1477957"/>
                <a:gd name="connsiteX18" fmla="*/ 2139351 w 2139351"/>
                <a:gd name="connsiteY18" fmla="*/ 0 h 1477957"/>
                <a:gd name="connsiteX0" fmla="*/ 0 w 2028777"/>
                <a:gd name="connsiteY0" fmla="*/ 1273915 h 1285382"/>
                <a:gd name="connsiteX1" fmla="*/ 1018875 w 2028777"/>
                <a:gd name="connsiteY1" fmla="*/ 1240368 h 1285382"/>
                <a:gd name="connsiteX2" fmla="*/ 1223383 w 2028777"/>
                <a:gd name="connsiteY2" fmla="*/ 1014252 h 1285382"/>
                <a:gd name="connsiteX3" fmla="*/ 1318883 w 2028777"/>
                <a:gd name="connsiteY3" fmla="*/ 1150357 h 1285382"/>
                <a:gd name="connsiteX4" fmla="*/ 1369421 w 2028777"/>
                <a:gd name="connsiteY4" fmla="*/ 834927 h 1285382"/>
                <a:gd name="connsiteX5" fmla="*/ 1442441 w 2028777"/>
                <a:gd name="connsiteY5" fmla="*/ 1122039 h 1285382"/>
                <a:gd name="connsiteX6" fmla="*/ 1503436 w 2028777"/>
                <a:gd name="connsiteY6" fmla="*/ 747181 h 1285382"/>
                <a:gd name="connsiteX7" fmla="*/ 1552755 w 2028777"/>
                <a:gd name="connsiteY7" fmla="*/ 1034206 h 1285382"/>
                <a:gd name="connsiteX8" fmla="*/ 1591878 w 2028777"/>
                <a:gd name="connsiteY8" fmla="*/ 581363 h 1285382"/>
                <a:gd name="connsiteX9" fmla="*/ 1637800 w 2028777"/>
                <a:gd name="connsiteY9" fmla="*/ 829611 h 1285382"/>
                <a:gd name="connsiteX10" fmla="*/ 1684939 w 2028777"/>
                <a:gd name="connsiteY10" fmla="*/ 333636 h 1285382"/>
                <a:gd name="connsiteX11" fmla="*/ 1732080 w 2028777"/>
                <a:gd name="connsiteY11" fmla="*/ 481505 h 1285382"/>
                <a:gd name="connsiteX12" fmla="*/ 1768415 w 2028777"/>
                <a:gd name="connsiteY12" fmla="*/ 186987 h 1285382"/>
                <a:gd name="connsiteX13" fmla="*/ 1821132 w 2028777"/>
                <a:gd name="connsiteY13" fmla="*/ 518798 h 1285382"/>
                <a:gd name="connsiteX14" fmla="*/ 1867052 w 2028777"/>
                <a:gd name="connsiteY14" fmla="*/ 105079 h 1285382"/>
                <a:gd name="connsiteX15" fmla="*/ 1920031 w 2028777"/>
                <a:gd name="connsiteY15" fmla="*/ 325881 h 1285382"/>
                <a:gd name="connsiteX16" fmla="*/ 1973619 w 2028777"/>
                <a:gd name="connsiteY16" fmla="*/ 1214 h 1285382"/>
                <a:gd name="connsiteX17" fmla="*/ 2028777 w 2028777"/>
                <a:gd name="connsiteY17" fmla="*/ 201103 h 1285382"/>
                <a:gd name="connsiteX0" fmla="*/ 0 w 1973619"/>
                <a:gd name="connsiteY0" fmla="*/ 1272701 h 1284168"/>
                <a:gd name="connsiteX1" fmla="*/ 1018875 w 1973619"/>
                <a:gd name="connsiteY1" fmla="*/ 1239154 h 1284168"/>
                <a:gd name="connsiteX2" fmla="*/ 1223383 w 1973619"/>
                <a:gd name="connsiteY2" fmla="*/ 1013038 h 1284168"/>
                <a:gd name="connsiteX3" fmla="*/ 1318883 w 1973619"/>
                <a:gd name="connsiteY3" fmla="*/ 1149143 h 1284168"/>
                <a:gd name="connsiteX4" fmla="*/ 1369421 w 1973619"/>
                <a:gd name="connsiteY4" fmla="*/ 833713 h 1284168"/>
                <a:gd name="connsiteX5" fmla="*/ 1442441 w 1973619"/>
                <a:gd name="connsiteY5" fmla="*/ 1120825 h 1284168"/>
                <a:gd name="connsiteX6" fmla="*/ 1503436 w 1973619"/>
                <a:gd name="connsiteY6" fmla="*/ 745967 h 1284168"/>
                <a:gd name="connsiteX7" fmla="*/ 1552755 w 1973619"/>
                <a:gd name="connsiteY7" fmla="*/ 1032992 h 1284168"/>
                <a:gd name="connsiteX8" fmla="*/ 1591878 w 1973619"/>
                <a:gd name="connsiteY8" fmla="*/ 580149 h 1284168"/>
                <a:gd name="connsiteX9" fmla="*/ 1637800 w 1973619"/>
                <a:gd name="connsiteY9" fmla="*/ 828397 h 1284168"/>
                <a:gd name="connsiteX10" fmla="*/ 1684939 w 1973619"/>
                <a:gd name="connsiteY10" fmla="*/ 332422 h 1284168"/>
                <a:gd name="connsiteX11" fmla="*/ 1732080 w 1973619"/>
                <a:gd name="connsiteY11" fmla="*/ 480291 h 1284168"/>
                <a:gd name="connsiteX12" fmla="*/ 1768415 w 1973619"/>
                <a:gd name="connsiteY12" fmla="*/ 185773 h 1284168"/>
                <a:gd name="connsiteX13" fmla="*/ 1821132 w 1973619"/>
                <a:gd name="connsiteY13" fmla="*/ 517584 h 1284168"/>
                <a:gd name="connsiteX14" fmla="*/ 1867052 w 1973619"/>
                <a:gd name="connsiteY14" fmla="*/ 103865 h 1284168"/>
                <a:gd name="connsiteX15" fmla="*/ 1920031 w 1973619"/>
                <a:gd name="connsiteY15" fmla="*/ 324667 h 1284168"/>
                <a:gd name="connsiteX16" fmla="*/ 1973619 w 1973619"/>
                <a:gd name="connsiteY16" fmla="*/ 0 h 1284168"/>
                <a:gd name="connsiteX0" fmla="*/ 0 w 1920031"/>
                <a:gd name="connsiteY0" fmla="*/ 1171497 h 1182964"/>
                <a:gd name="connsiteX1" fmla="*/ 1018875 w 1920031"/>
                <a:gd name="connsiteY1" fmla="*/ 1137950 h 1182964"/>
                <a:gd name="connsiteX2" fmla="*/ 1223383 w 1920031"/>
                <a:gd name="connsiteY2" fmla="*/ 911834 h 1182964"/>
                <a:gd name="connsiteX3" fmla="*/ 1318883 w 1920031"/>
                <a:gd name="connsiteY3" fmla="*/ 1047939 h 1182964"/>
                <a:gd name="connsiteX4" fmla="*/ 1369421 w 1920031"/>
                <a:gd name="connsiteY4" fmla="*/ 732509 h 1182964"/>
                <a:gd name="connsiteX5" fmla="*/ 1442441 w 1920031"/>
                <a:gd name="connsiteY5" fmla="*/ 1019621 h 1182964"/>
                <a:gd name="connsiteX6" fmla="*/ 1503436 w 1920031"/>
                <a:gd name="connsiteY6" fmla="*/ 644763 h 1182964"/>
                <a:gd name="connsiteX7" fmla="*/ 1552755 w 1920031"/>
                <a:gd name="connsiteY7" fmla="*/ 931788 h 1182964"/>
                <a:gd name="connsiteX8" fmla="*/ 1591878 w 1920031"/>
                <a:gd name="connsiteY8" fmla="*/ 478945 h 1182964"/>
                <a:gd name="connsiteX9" fmla="*/ 1637800 w 1920031"/>
                <a:gd name="connsiteY9" fmla="*/ 727193 h 1182964"/>
                <a:gd name="connsiteX10" fmla="*/ 1684939 w 1920031"/>
                <a:gd name="connsiteY10" fmla="*/ 231218 h 1182964"/>
                <a:gd name="connsiteX11" fmla="*/ 1732080 w 1920031"/>
                <a:gd name="connsiteY11" fmla="*/ 379087 h 1182964"/>
                <a:gd name="connsiteX12" fmla="*/ 1768415 w 1920031"/>
                <a:gd name="connsiteY12" fmla="*/ 84569 h 1182964"/>
                <a:gd name="connsiteX13" fmla="*/ 1821132 w 1920031"/>
                <a:gd name="connsiteY13" fmla="*/ 416380 h 1182964"/>
                <a:gd name="connsiteX14" fmla="*/ 1867052 w 1920031"/>
                <a:gd name="connsiteY14" fmla="*/ 2661 h 1182964"/>
                <a:gd name="connsiteX15" fmla="*/ 1920031 w 1920031"/>
                <a:gd name="connsiteY15" fmla="*/ 223463 h 1182964"/>
                <a:gd name="connsiteX0" fmla="*/ 0 w 1867052"/>
                <a:gd name="connsiteY0" fmla="*/ 1168836 h 1180303"/>
                <a:gd name="connsiteX1" fmla="*/ 1018875 w 1867052"/>
                <a:gd name="connsiteY1" fmla="*/ 1135289 h 1180303"/>
                <a:gd name="connsiteX2" fmla="*/ 1223383 w 1867052"/>
                <a:gd name="connsiteY2" fmla="*/ 909173 h 1180303"/>
                <a:gd name="connsiteX3" fmla="*/ 1318883 w 1867052"/>
                <a:gd name="connsiteY3" fmla="*/ 1045278 h 1180303"/>
                <a:gd name="connsiteX4" fmla="*/ 1369421 w 1867052"/>
                <a:gd name="connsiteY4" fmla="*/ 729848 h 1180303"/>
                <a:gd name="connsiteX5" fmla="*/ 1442441 w 1867052"/>
                <a:gd name="connsiteY5" fmla="*/ 1016960 h 1180303"/>
                <a:gd name="connsiteX6" fmla="*/ 1503436 w 1867052"/>
                <a:gd name="connsiteY6" fmla="*/ 642102 h 1180303"/>
                <a:gd name="connsiteX7" fmla="*/ 1552755 w 1867052"/>
                <a:gd name="connsiteY7" fmla="*/ 929127 h 1180303"/>
                <a:gd name="connsiteX8" fmla="*/ 1591878 w 1867052"/>
                <a:gd name="connsiteY8" fmla="*/ 476284 h 1180303"/>
                <a:gd name="connsiteX9" fmla="*/ 1637800 w 1867052"/>
                <a:gd name="connsiteY9" fmla="*/ 724532 h 1180303"/>
                <a:gd name="connsiteX10" fmla="*/ 1684939 w 1867052"/>
                <a:gd name="connsiteY10" fmla="*/ 228557 h 1180303"/>
                <a:gd name="connsiteX11" fmla="*/ 1732080 w 1867052"/>
                <a:gd name="connsiteY11" fmla="*/ 376426 h 1180303"/>
                <a:gd name="connsiteX12" fmla="*/ 1768415 w 1867052"/>
                <a:gd name="connsiteY12" fmla="*/ 81908 h 1180303"/>
                <a:gd name="connsiteX13" fmla="*/ 1821132 w 1867052"/>
                <a:gd name="connsiteY13" fmla="*/ 413719 h 1180303"/>
                <a:gd name="connsiteX14" fmla="*/ 1867052 w 1867052"/>
                <a:gd name="connsiteY14" fmla="*/ 0 h 1180303"/>
                <a:gd name="connsiteX0" fmla="*/ 0 w 1867052"/>
                <a:gd name="connsiteY0" fmla="*/ 1168836 h 1180303"/>
                <a:gd name="connsiteX1" fmla="*/ 1018875 w 1867052"/>
                <a:gd name="connsiteY1" fmla="*/ 1135289 h 1180303"/>
                <a:gd name="connsiteX2" fmla="*/ 1223383 w 1867052"/>
                <a:gd name="connsiteY2" fmla="*/ 909173 h 1180303"/>
                <a:gd name="connsiteX3" fmla="*/ 1318883 w 1867052"/>
                <a:gd name="connsiteY3" fmla="*/ 1045278 h 1180303"/>
                <a:gd name="connsiteX4" fmla="*/ 1369421 w 1867052"/>
                <a:gd name="connsiteY4" fmla="*/ 729848 h 1180303"/>
                <a:gd name="connsiteX5" fmla="*/ 1442441 w 1867052"/>
                <a:gd name="connsiteY5" fmla="*/ 1016960 h 1180303"/>
                <a:gd name="connsiteX6" fmla="*/ 1503436 w 1867052"/>
                <a:gd name="connsiteY6" fmla="*/ 642102 h 1180303"/>
                <a:gd name="connsiteX7" fmla="*/ 1552755 w 1867052"/>
                <a:gd name="connsiteY7" fmla="*/ 929127 h 1180303"/>
                <a:gd name="connsiteX8" fmla="*/ 1591878 w 1867052"/>
                <a:gd name="connsiteY8" fmla="*/ 476284 h 1180303"/>
                <a:gd name="connsiteX9" fmla="*/ 1637800 w 1867052"/>
                <a:gd name="connsiteY9" fmla="*/ 724532 h 1180303"/>
                <a:gd name="connsiteX10" fmla="*/ 1684939 w 1867052"/>
                <a:gd name="connsiteY10" fmla="*/ 228557 h 1180303"/>
                <a:gd name="connsiteX11" fmla="*/ 1732080 w 1867052"/>
                <a:gd name="connsiteY11" fmla="*/ 376426 h 1180303"/>
                <a:gd name="connsiteX12" fmla="*/ 1768415 w 1867052"/>
                <a:gd name="connsiteY12" fmla="*/ 81908 h 1180303"/>
                <a:gd name="connsiteX13" fmla="*/ 1867052 w 1867052"/>
                <a:gd name="connsiteY13" fmla="*/ 0 h 1180303"/>
                <a:gd name="connsiteX0" fmla="*/ 0 w 1768415"/>
                <a:gd name="connsiteY0" fmla="*/ 1086928 h 1098395"/>
                <a:gd name="connsiteX1" fmla="*/ 1018875 w 1768415"/>
                <a:gd name="connsiteY1" fmla="*/ 1053381 h 1098395"/>
                <a:gd name="connsiteX2" fmla="*/ 1223383 w 1768415"/>
                <a:gd name="connsiteY2" fmla="*/ 827265 h 1098395"/>
                <a:gd name="connsiteX3" fmla="*/ 1318883 w 1768415"/>
                <a:gd name="connsiteY3" fmla="*/ 963370 h 1098395"/>
                <a:gd name="connsiteX4" fmla="*/ 1369421 w 1768415"/>
                <a:gd name="connsiteY4" fmla="*/ 647940 h 1098395"/>
                <a:gd name="connsiteX5" fmla="*/ 1442441 w 1768415"/>
                <a:gd name="connsiteY5" fmla="*/ 935052 h 1098395"/>
                <a:gd name="connsiteX6" fmla="*/ 1503436 w 1768415"/>
                <a:gd name="connsiteY6" fmla="*/ 560194 h 1098395"/>
                <a:gd name="connsiteX7" fmla="*/ 1552755 w 1768415"/>
                <a:gd name="connsiteY7" fmla="*/ 847219 h 1098395"/>
                <a:gd name="connsiteX8" fmla="*/ 1591878 w 1768415"/>
                <a:gd name="connsiteY8" fmla="*/ 394376 h 1098395"/>
                <a:gd name="connsiteX9" fmla="*/ 1637800 w 1768415"/>
                <a:gd name="connsiteY9" fmla="*/ 642624 h 1098395"/>
                <a:gd name="connsiteX10" fmla="*/ 1684939 w 1768415"/>
                <a:gd name="connsiteY10" fmla="*/ 146649 h 1098395"/>
                <a:gd name="connsiteX11" fmla="*/ 1732080 w 1768415"/>
                <a:gd name="connsiteY11" fmla="*/ 294518 h 1098395"/>
                <a:gd name="connsiteX12" fmla="*/ 1768415 w 1768415"/>
                <a:gd name="connsiteY12" fmla="*/ 0 h 1098395"/>
                <a:gd name="connsiteX0" fmla="*/ 0 w 1732080"/>
                <a:gd name="connsiteY0" fmla="*/ 949686 h 961153"/>
                <a:gd name="connsiteX1" fmla="*/ 1018875 w 1732080"/>
                <a:gd name="connsiteY1" fmla="*/ 916139 h 961153"/>
                <a:gd name="connsiteX2" fmla="*/ 1223383 w 1732080"/>
                <a:gd name="connsiteY2" fmla="*/ 690023 h 961153"/>
                <a:gd name="connsiteX3" fmla="*/ 1318883 w 1732080"/>
                <a:gd name="connsiteY3" fmla="*/ 826128 h 961153"/>
                <a:gd name="connsiteX4" fmla="*/ 1369421 w 1732080"/>
                <a:gd name="connsiteY4" fmla="*/ 510698 h 961153"/>
                <a:gd name="connsiteX5" fmla="*/ 1442441 w 1732080"/>
                <a:gd name="connsiteY5" fmla="*/ 797810 h 961153"/>
                <a:gd name="connsiteX6" fmla="*/ 1503436 w 1732080"/>
                <a:gd name="connsiteY6" fmla="*/ 422952 h 961153"/>
                <a:gd name="connsiteX7" fmla="*/ 1552755 w 1732080"/>
                <a:gd name="connsiteY7" fmla="*/ 709977 h 961153"/>
                <a:gd name="connsiteX8" fmla="*/ 1591878 w 1732080"/>
                <a:gd name="connsiteY8" fmla="*/ 257134 h 961153"/>
                <a:gd name="connsiteX9" fmla="*/ 1637800 w 1732080"/>
                <a:gd name="connsiteY9" fmla="*/ 505382 h 961153"/>
                <a:gd name="connsiteX10" fmla="*/ 1684939 w 1732080"/>
                <a:gd name="connsiteY10" fmla="*/ 9407 h 961153"/>
                <a:gd name="connsiteX11" fmla="*/ 1732080 w 1732080"/>
                <a:gd name="connsiteY11" fmla="*/ 157276 h 961153"/>
                <a:gd name="connsiteX0" fmla="*/ 0 w 1684939"/>
                <a:gd name="connsiteY0" fmla="*/ 940279 h 951746"/>
                <a:gd name="connsiteX1" fmla="*/ 1018875 w 1684939"/>
                <a:gd name="connsiteY1" fmla="*/ 906732 h 951746"/>
                <a:gd name="connsiteX2" fmla="*/ 1223383 w 1684939"/>
                <a:gd name="connsiteY2" fmla="*/ 680616 h 951746"/>
                <a:gd name="connsiteX3" fmla="*/ 1318883 w 1684939"/>
                <a:gd name="connsiteY3" fmla="*/ 816721 h 951746"/>
                <a:gd name="connsiteX4" fmla="*/ 1369421 w 1684939"/>
                <a:gd name="connsiteY4" fmla="*/ 501291 h 951746"/>
                <a:gd name="connsiteX5" fmla="*/ 1442441 w 1684939"/>
                <a:gd name="connsiteY5" fmla="*/ 788403 h 951746"/>
                <a:gd name="connsiteX6" fmla="*/ 1503436 w 1684939"/>
                <a:gd name="connsiteY6" fmla="*/ 413545 h 951746"/>
                <a:gd name="connsiteX7" fmla="*/ 1552755 w 1684939"/>
                <a:gd name="connsiteY7" fmla="*/ 700570 h 951746"/>
                <a:gd name="connsiteX8" fmla="*/ 1591878 w 1684939"/>
                <a:gd name="connsiteY8" fmla="*/ 247727 h 951746"/>
                <a:gd name="connsiteX9" fmla="*/ 1637800 w 1684939"/>
                <a:gd name="connsiteY9" fmla="*/ 495975 h 951746"/>
                <a:gd name="connsiteX10" fmla="*/ 1684939 w 1684939"/>
                <a:gd name="connsiteY10" fmla="*/ 0 h 951746"/>
                <a:gd name="connsiteX0" fmla="*/ 0 w 1637800"/>
                <a:gd name="connsiteY0" fmla="*/ 695075 h 706542"/>
                <a:gd name="connsiteX1" fmla="*/ 1018875 w 1637800"/>
                <a:gd name="connsiteY1" fmla="*/ 661528 h 706542"/>
                <a:gd name="connsiteX2" fmla="*/ 1223383 w 1637800"/>
                <a:gd name="connsiteY2" fmla="*/ 435412 h 706542"/>
                <a:gd name="connsiteX3" fmla="*/ 1318883 w 1637800"/>
                <a:gd name="connsiteY3" fmla="*/ 571517 h 706542"/>
                <a:gd name="connsiteX4" fmla="*/ 1369421 w 1637800"/>
                <a:gd name="connsiteY4" fmla="*/ 256087 h 706542"/>
                <a:gd name="connsiteX5" fmla="*/ 1442441 w 1637800"/>
                <a:gd name="connsiteY5" fmla="*/ 543199 h 706542"/>
                <a:gd name="connsiteX6" fmla="*/ 1503436 w 1637800"/>
                <a:gd name="connsiteY6" fmla="*/ 168341 h 706542"/>
                <a:gd name="connsiteX7" fmla="*/ 1552755 w 1637800"/>
                <a:gd name="connsiteY7" fmla="*/ 455366 h 706542"/>
                <a:gd name="connsiteX8" fmla="*/ 1591878 w 1637800"/>
                <a:gd name="connsiteY8" fmla="*/ 2523 h 706542"/>
                <a:gd name="connsiteX9" fmla="*/ 1637800 w 1637800"/>
                <a:gd name="connsiteY9" fmla="*/ 250771 h 706542"/>
                <a:gd name="connsiteX0" fmla="*/ 0 w 1591878"/>
                <a:gd name="connsiteY0" fmla="*/ 692552 h 704019"/>
                <a:gd name="connsiteX1" fmla="*/ 1018875 w 1591878"/>
                <a:gd name="connsiteY1" fmla="*/ 659005 h 704019"/>
                <a:gd name="connsiteX2" fmla="*/ 1223383 w 1591878"/>
                <a:gd name="connsiteY2" fmla="*/ 432889 h 704019"/>
                <a:gd name="connsiteX3" fmla="*/ 1318883 w 1591878"/>
                <a:gd name="connsiteY3" fmla="*/ 568994 h 704019"/>
                <a:gd name="connsiteX4" fmla="*/ 1369421 w 1591878"/>
                <a:gd name="connsiteY4" fmla="*/ 253564 h 704019"/>
                <a:gd name="connsiteX5" fmla="*/ 1442441 w 1591878"/>
                <a:gd name="connsiteY5" fmla="*/ 540676 h 704019"/>
                <a:gd name="connsiteX6" fmla="*/ 1503436 w 1591878"/>
                <a:gd name="connsiteY6" fmla="*/ 165818 h 704019"/>
                <a:gd name="connsiteX7" fmla="*/ 1552755 w 1591878"/>
                <a:gd name="connsiteY7" fmla="*/ 452843 h 704019"/>
                <a:gd name="connsiteX8" fmla="*/ 1591878 w 1591878"/>
                <a:gd name="connsiteY8" fmla="*/ 0 h 704019"/>
                <a:gd name="connsiteX0" fmla="*/ 0 w 1552755"/>
                <a:gd name="connsiteY0" fmla="*/ 527209 h 538676"/>
                <a:gd name="connsiteX1" fmla="*/ 1018875 w 1552755"/>
                <a:gd name="connsiteY1" fmla="*/ 493662 h 538676"/>
                <a:gd name="connsiteX2" fmla="*/ 1223383 w 1552755"/>
                <a:gd name="connsiteY2" fmla="*/ 267546 h 538676"/>
                <a:gd name="connsiteX3" fmla="*/ 1318883 w 1552755"/>
                <a:gd name="connsiteY3" fmla="*/ 403651 h 538676"/>
                <a:gd name="connsiteX4" fmla="*/ 1369421 w 1552755"/>
                <a:gd name="connsiteY4" fmla="*/ 88221 h 538676"/>
                <a:gd name="connsiteX5" fmla="*/ 1442441 w 1552755"/>
                <a:gd name="connsiteY5" fmla="*/ 375333 h 538676"/>
                <a:gd name="connsiteX6" fmla="*/ 1503436 w 1552755"/>
                <a:gd name="connsiteY6" fmla="*/ 475 h 538676"/>
                <a:gd name="connsiteX7" fmla="*/ 1552755 w 1552755"/>
                <a:gd name="connsiteY7" fmla="*/ 287500 h 538676"/>
                <a:gd name="connsiteX0" fmla="*/ 0 w 2268574"/>
                <a:gd name="connsiteY0" fmla="*/ 572218 h 583685"/>
                <a:gd name="connsiteX1" fmla="*/ 1018875 w 2268574"/>
                <a:gd name="connsiteY1" fmla="*/ 538671 h 583685"/>
                <a:gd name="connsiteX2" fmla="*/ 1223383 w 2268574"/>
                <a:gd name="connsiteY2" fmla="*/ 312555 h 583685"/>
                <a:gd name="connsiteX3" fmla="*/ 1318883 w 2268574"/>
                <a:gd name="connsiteY3" fmla="*/ 448660 h 583685"/>
                <a:gd name="connsiteX4" fmla="*/ 1369421 w 2268574"/>
                <a:gd name="connsiteY4" fmla="*/ 133230 h 583685"/>
                <a:gd name="connsiteX5" fmla="*/ 1442441 w 2268574"/>
                <a:gd name="connsiteY5" fmla="*/ 420342 h 583685"/>
                <a:gd name="connsiteX6" fmla="*/ 1503436 w 2268574"/>
                <a:gd name="connsiteY6" fmla="*/ 45484 h 583685"/>
                <a:gd name="connsiteX7" fmla="*/ 2268574 w 2268574"/>
                <a:gd name="connsiteY7" fmla="*/ 0 h 583685"/>
                <a:gd name="connsiteX0" fmla="*/ 0 w 2268574"/>
                <a:gd name="connsiteY0" fmla="*/ 572218 h 583685"/>
                <a:gd name="connsiteX1" fmla="*/ 1018875 w 2268574"/>
                <a:gd name="connsiteY1" fmla="*/ 538671 h 583685"/>
                <a:gd name="connsiteX2" fmla="*/ 1223383 w 2268574"/>
                <a:gd name="connsiteY2" fmla="*/ 312555 h 583685"/>
                <a:gd name="connsiteX3" fmla="*/ 1318883 w 2268574"/>
                <a:gd name="connsiteY3" fmla="*/ 448660 h 583685"/>
                <a:gd name="connsiteX4" fmla="*/ 1369421 w 2268574"/>
                <a:gd name="connsiteY4" fmla="*/ 133230 h 583685"/>
                <a:gd name="connsiteX5" fmla="*/ 1503436 w 2268574"/>
                <a:gd name="connsiteY5" fmla="*/ 45484 h 583685"/>
                <a:gd name="connsiteX6" fmla="*/ 2268574 w 2268574"/>
                <a:gd name="connsiteY6" fmla="*/ 0 h 583685"/>
                <a:gd name="connsiteX0" fmla="*/ 0 w 2268574"/>
                <a:gd name="connsiteY0" fmla="*/ 572218 h 583685"/>
                <a:gd name="connsiteX1" fmla="*/ 1018875 w 2268574"/>
                <a:gd name="connsiteY1" fmla="*/ 538671 h 583685"/>
                <a:gd name="connsiteX2" fmla="*/ 1223383 w 2268574"/>
                <a:gd name="connsiteY2" fmla="*/ 312555 h 583685"/>
                <a:gd name="connsiteX3" fmla="*/ 1318883 w 2268574"/>
                <a:gd name="connsiteY3" fmla="*/ 448660 h 583685"/>
                <a:gd name="connsiteX4" fmla="*/ 1503436 w 2268574"/>
                <a:gd name="connsiteY4" fmla="*/ 45484 h 583685"/>
                <a:gd name="connsiteX5" fmla="*/ 2268574 w 2268574"/>
                <a:gd name="connsiteY5" fmla="*/ 0 h 583685"/>
                <a:gd name="connsiteX0" fmla="*/ 0 w 2268574"/>
                <a:gd name="connsiteY0" fmla="*/ 572218 h 583685"/>
                <a:gd name="connsiteX1" fmla="*/ 1018875 w 2268574"/>
                <a:gd name="connsiteY1" fmla="*/ 538671 h 583685"/>
                <a:gd name="connsiteX2" fmla="*/ 1223383 w 2268574"/>
                <a:gd name="connsiteY2" fmla="*/ 312555 h 583685"/>
                <a:gd name="connsiteX3" fmla="*/ 1318883 w 2268574"/>
                <a:gd name="connsiteY3" fmla="*/ 448660 h 583685"/>
                <a:gd name="connsiteX4" fmla="*/ 2268574 w 2268574"/>
                <a:gd name="connsiteY4" fmla="*/ 0 h 583685"/>
                <a:gd name="connsiteX0" fmla="*/ 0 w 2259338"/>
                <a:gd name="connsiteY0" fmla="*/ 276705 h 288172"/>
                <a:gd name="connsiteX1" fmla="*/ 1018875 w 2259338"/>
                <a:gd name="connsiteY1" fmla="*/ 243158 h 288172"/>
                <a:gd name="connsiteX2" fmla="*/ 1223383 w 2259338"/>
                <a:gd name="connsiteY2" fmla="*/ 17042 h 288172"/>
                <a:gd name="connsiteX3" fmla="*/ 1318883 w 2259338"/>
                <a:gd name="connsiteY3" fmla="*/ 153147 h 288172"/>
                <a:gd name="connsiteX4" fmla="*/ 2259338 w 2259338"/>
                <a:gd name="connsiteY4" fmla="*/ 64705 h 288172"/>
                <a:gd name="connsiteX0" fmla="*/ 0 w 2259338"/>
                <a:gd name="connsiteY0" fmla="*/ 276705 h 288172"/>
                <a:gd name="connsiteX1" fmla="*/ 1018875 w 2259338"/>
                <a:gd name="connsiteY1" fmla="*/ 243158 h 288172"/>
                <a:gd name="connsiteX2" fmla="*/ 1223383 w 2259338"/>
                <a:gd name="connsiteY2" fmla="*/ 17042 h 288172"/>
                <a:gd name="connsiteX3" fmla="*/ 1318883 w 2259338"/>
                <a:gd name="connsiteY3" fmla="*/ 153147 h 288172"/>
                <a:gd name="connsiteX4" fmla="*/ 2259338 w 2259338"/>
                <a:gd name="connsiteY4" fmla="*/ 64705 h 288172"/>
                <a:gd name="connsiteX0" fmla="*/ 0 w 2240865"/>
                <a:gd name="connsiteY0" fmla="*/ 276705 h 288172"/>
                <a:gd name="connsiteX1" fmla="*/ 1018875 w 2240865"/>
                <a:gd name="connsiteY1" fmla="*/ 243158 h 288172"/>
                <a:gd name="connsiteX2" fmla="*/ 1223383 w 2240865"/>
                <a:gd name="connsiteY2" fmla="*/ 17042 h 288172"/>
                <a:gd name="connsiteX3" fmla="*/ 1318883 w 2240865"/>
                <a:gd name="connsiteY3" fmla="*/ 153147 h 288172"/>
                <a:gd name="connsiteX4" fmla="*/ 2240865 w 2240865"/>
                <a:gd name="connsiteY4" fmla="*/ 124741 h 288172"/>
                <a:gd name="connsiteX0" fmla="*/ 0 w 2240865"/>
                <a:gd name="connsiteY0" fmla="*/ 276705 h 288172"/>
                <a:gd name="connsiteX1" fmla="*/ 1018875 w 2240865"/>
                <a:gd name="connsiteY1" fmla="*/ 243158 h 288172"/>
                <a:gd name="connsiteX2" fmla="*/ 1223383 w 2240865"/>
                <a:gd name="connsiteY2" fmla="*/ 17042 h 288172"/>
                <a:gd name="connsiteX3" fmla="*/ 1318883 w 2240865"/>
                <a:gd name="connsiteY3" fmla="*/ 153147 h 288172"/>
                <a:gd name="connsiteX4" fmla="*/ 2240865 w 2240865"/>
                <a:gd name="connsiteY4" fmla="*/ 124741 h 288172"/>
                <a:gd name="connsiteX0" fmla="*/ 0 w 2245483"/>
                <a:gd name="connsiteY0" fmla="*/ 276705 h 288172"/>
                <a:gd name="connsiteX1" fmla="*/ 1018875 w 2245483"/>
                <a:gd name="connsiteY1" fmla="*/ 243158 h 288172"/>
                <a:gd name="connsiteX2" fmla="*/ 1223383 w 2245483"/>
                <a:gd name="connsiteY2" fmla="*/ 17042 h 288172"/>
                <a:gd name="connsiteX3" fmla="*/ 1318883 w 2245483"/>
                <a:gd name="connsiteY3" fmla="*/ 153147 h 288172"/>
                <a:gd name="connsiteX4" fmla="*/ 2245483 w 2245483"/>
                <a:gd name="connsiteY4" fmla="*/ 161686 h 288172"/>
                <a:gd name="connsiteX0" fmla="*/ 0 w 2245483"/>
                <a:gd name="connsiteY0" fmla="*/ 276705 h 288172"/>
                <a:gd name="connsiteX1" fmla="*/ 1018875 w 2245483"/>
                <a:gd name="connsiteY1" fmla="*/ 243158 h 288172"/>
                <a:gd name="connsiteX2" fmla="*/ 1223383 w 2245483"/>
                <a:gd name="connsiteY2" fmla="*/ 17042 h 288172"/>
                <a:gd name="connsiteX3" fmla="*/ 1318883 w 2245483"/>
                <a:gd name="connsiteY3" fmla="*/ 153147 h 288172"/>
                <a:gd name="connsiteX4" fmla="*/ 2245483 w 2245483"/>
                <a:gd name="connsiteY4" fmla="*/ 161686 h 288172"/>
                <a:gd name="connsiteX0" fmla="*/ 0 w 2245483"/>
                <a:gd name="connsiteY0" fmla="*/ 276705 h 288172"/>
                <a:gd name="connsiteX1" fmla="*/ 1018875 w 2245483"/>
                <a:gd name="connsiteY1" fmla="*/ 243158 h 288172"/>
                <a:gd name="connsiteX2" fmla="*/ 1223383 w 2245483"/>
                <a:gd name="connsiteY2" fmla="*/ 17042 h 288172"/>
                <a:gd name="connsiteX3" fmla="*/ 1318883 w 2245483"/>
                <a:gd name="connsiteY3" fmla="*/ 153147 h 288172"/>
                <a:gd name="connsiteX4" fmla="*/ 2245483 w 2245483"/>
                <a:gd name="connsiteY4" fmla="*/ 161686 h 288172"/>
                <a:gd name="connsiteX0" fmla="*/ 0 w 2245483"/>
                <a:gd name="connsiteY0" fmla="*/ 211046 h 220336"/>
                <a:gd name="connsiteX1" fmla="*/ 1018875 w 2245483"/>
                <a:gd name="connsiteY1" fmla="*/ 177499 h 220336"/>
                <a:gd name="connsiteX2" fmla="*/ 1251092 w 2245483"/>
                <a:gd name="connsiteY2" fmla="*/ 20656 h 220336"/>
                <a:gd name="connsiteX3" fmla="*/ 1318883 w 2245483"/>
                <a:gd name="connsiteY3" fmla="*/ 87488 h 220336"/>
                <a:gd name="connsiteX4" fmla="*/ 2245483 w 2245483"/>
                <a:gd name="connsiteY4" fmla="*/ 96027 h 220336"/>
                <a:gd name="connsiteX0" fmla="*/ 0 w 2245483"/>
                <a:gd name="connsiteY0" fmla="*/ 123558 h 131271"/>
                <a:gd name="connsiteX1" fmla="*/ 1018875 w 2245483"/>
                <a:gd name="connsiteY1" fmla="*/ 90011 h 131271"/>
                <a:gd name="connsiteX2" fmla="*/ 1318883 w 2245483"/>
                <a:gd name="connsiteY2" fmla="*/ 0 h 131271"/>
                <a:gd name="connsiteX3" fmla="*/ 2245483 w 2245483"/>
                <a:gd name="connsiteY3" fmla="*/ 8539 h 131271"/>
                <a:gd name="connsiteX0" fmla="*/ 0 w 2245483"/>
                <a:gd name="connsiteY0" fmla="*/ 229776 h 240230"/>
                <a:gd name="connsiteX1" fmla="*/ 1018875 w 2245483"/>
                <a:gd name="connsiteY1" fmla="*/ 196229 h 240230"/>
                <a:gd name="connsiteX2" fmla="*/ 1305029 w 2245483"/>
                <a:gd name="connsiteY2" fmla="*/ 0 h 240230"/>
                <a:gd name="connsiteX3" fmla="*/ 2245483 w 2245483"/>
                <a:gd name="connsiteY3" fmla="*/ 114757 h 240230"/>
                <a:gd name="connsiteX0" fmla="*/ 0 w 2236247"/>
                <a:gd name="connsiteY0" fmla="*/ 238867 h 249321"/>
                <a:gd name="connsiteX1" fmla="*/ 1018875 w 2236247"/>
                <a:gd name="connsiteY1" fmla="*/ 205320 h 249321"/>
                <a:gd name="connsiteX2" fmla="*/ 1305029 w 2236247"/>
                <a:gd name="connsiteY2" fmla="*/ 9091 h 249321"/>
                <a:gd name="connsiteX3" fmla="*/ 2236247 w 2236247"/>
                <a:gd name="connsiteY3" fmla="*/ 26866 h 249321"/>
                <a:gd name="connsiteX0" fmla="*/ 0 w 2236247"/>
                <a:gd name="connsiteY0" fmla="*/ 244816 h 255270"/>
                <a:gd name="connsiteX1" fmla="*/ 1018875 w 2236247"/>
                <a:gd name="connsiteY1" fmla="*/ 211269 h 255270"/>
                <a:gd name="connsiteX2" fmla="*/ 1305029 w 2236247"/>
                <a:gd name="connsiteY2" fmla="*/ 15040 h 255270"/>
                <a:gd name="connsiteX3" fmla="*/ 2236247 w 2236247"/>
                <a:gd name="connsiteY3" fmla="*/ 9724 h 25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6247" h="255270">
                  <a:moveTo>
                    <a:pt x="0" y="244816"/>
                  </a:moveTo>
                  <a:cubicBezTo>
                    <a:pt x="436352" y="268538"/>
                    <a:pt x="801370" y="249565"/>
                    <a:pt x="1018875" y="211269"/>
                  </a:cubicBezTo>
                  <a:cubicBezTo>
                    <a:pt x="1236380" y="172973"/>
                    <a:pt x="1102134" y="48631"/>
                    <a:pt x="1305029" y="15040"/>
                  </a:cubicBezTo>
                  <a:cubicBezTo>
                    <a:pt x="1507924" y="-18551"/>
                    <a:pt x="1964504" y="15450"/>
                    <a:pt x="2236247" y="9724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4B0F8E9-E2E2-C7F9-0331-80AF49077FD3}"/>
              </a:ext>
            </a:extLst>
          </p:cNvPr>
          <p:cNvGrpSpPr/>
          <p:nvPr/>
        </p:nvGrpSpPr>
        <p:grpSpPr>
          <a:xfrm>
            <a:off x="9604521" y="761740"/>
            <a:ext cx="2354207" cy="2317228"/>
            <a:chOff x="425685" y="1625129"/>
            <a:chExt cx="5466155" cy="5380296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B3C303B3-A134-5D93-161D-2B9A91CF11B5}"/>
                </a:ext>
              </a:extLst>
            </p:cNvPr>
            <p:cNvGrpSpPr/>
            <p:nvPr/>
          </p:nvGrpSpPr>
          <p:grpSpPr>
            <a:xfrm>
              <a:off x="425685" y="1625129"/>
              <a:ext cx="5466155" cy="5380296"/>
              <a:chOff x="6575698" y="2413854"/>
              <a:chExt cx="3406784" cy="3579707"/>
            </a:xfrm>
          </p:grpSpPr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D46587DB-4175-1465-7A8F-501060595A45}"/>
                  </a:ext>
                </a:extLst>
              </p:cNvPr>
              <p:cNvCxnSpPr/>
              <p:nvPr/>
            </p:nvCxnSpPr>
            <p:spPr>
              <a:xfrm>
                <a:off x="6575698" y="2413854"/>
                <a:ext cx="0" cy="3031067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71DE8C49-2D41-F457-18C9-2BD77D5A3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5699" y="5438823"/>
                <a:ext cx="3282612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7681">
                    <a:lumMod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7" name="Rubrik 1">
                <a:extLst>
                  <a:ext uri="{FF2B5EF4-FFF2-40B4-BE49-F238E27FC236}">
                    <a16:creationId xmlns:a16="http://schemas.microsoft.com/office/drawing/2014/main" id="{85F32D5B-4863-9DB1-0554-C29369DF1F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2026" y="5460887"/>
                <a:ext cx="2990456" cy="53267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Year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BF785C3-3D7B-A538-58C3-46E2F53D5809}"/>
                </a:ext>
              </a:extLst>
            </p:cNvPr>
            <p:cNvSpPr txBox="1"/>
            <p:nvPr/>
          </p:nvSpPr>
          <p:spPr>
            <a:xfrm>
              <a:off x="4826206" y="345156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>
                <a:lnSpc>
                  <a:spcPts val="3000"/>
                </a:lnSpc>
              </a:pPr>
              <a:endParaRPr lang="en-SE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2" name="Freeform 171">
            <a:extLst>
              <a:ext uri="{FF2B5EF4-FFF2-40B4-BE49-F238E27FC236}">
                <a16:creationId xmlns:a16="http://schemas.microsoft.com/office/drawing/2014/main" id="{A1D7119F-8897-7C96-F43B-EA1533C3419C}"/>
              </a:ext>
            </a:extLst>
          </p:cNvPr>
          <p:cNvSpPr/>
          <p:nvPr/>
        </p:nvSpPr>
        <p:spPr>
          <a:xfrm>
            <a:off x="9630706" y="2435207"/>
            <a:ext cx="2248947" cy="139003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235092 h 242834"/>
              <a:gd name="connsiteX1" fmla="*/ 1018875 w 2236247"/>
              <a:gd name="connsiteY1" fmla="*/ 201545 h 242834"/>
              <a:gd name="connsiteX2" fmla="*/ 1285979 w 2236247"/>
              <a:gd name="connsiteY2" fmla="*/ 110091 h 242834"/>
              <a:gd name="connsiteX3" fmla="*/ 2236247 w 2236247"/>
              <a:gd name="connsiteY3" fmla="*/ 0 h 242834"/>
              <a:gd name="connsiteX0" fmla="*/ 0 w 2248947"/>
              <a:gd name="connsiteY0" fmla="*/ 131261 h 139003"/>
              <a:gd name="connsiteX1" fmla="*/ 1018875 w 2248947"/>
              <a:gd name="connsiteY1" fmla="*/ 97714 h 139003"/>
              <a:gd name="connsiteX2" fmla="*/ 1285979 w 2248947"/>
              <a:gd name="connsiteY2" fmla="*/ 6260 h 139003"/>
              <a:gd name="connsiteX3" fmla="*/ 2248947 w 2248947"/>
              <a:gd name="connsiteY3" fmla="*/ 4119 h 139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947" h="139003">
                <a:moveTo>
                  <a:pt x="0" y="131261"/>
                </a:moveTo>
                <a:cubicBezTo>
                  <a:pt x="436352" y="154983"/>
                  <a:pt x="804545" y="118547"/>
                  <a:pt x="1018875" y="97714"/>
                </a:cubicBezTo>
                <a:cubicBezTo>
                  <a:pt x="1233205" y="76881"/>
                  <a:pt x="1080967" y="21859"/>
                  <a:pt x="1285979" y="6260"/>
                </a:cubicBezTo>
                <a:cubicBezTo>
                  <a:pt x="1490991" y="-9339"/>
                  <a:pt x="1977204" y="9845"/>
                  <a:pt x="2248947" y="4119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Freeform 174">
            <a:extLst>
              <a:ext uri="{FF2B5EF4-FFF2-40B4-BE49-F238E27FC236}">
                <a16:creationId xmlns:a16="http://schemas.microsoft.com/office/drawing/2014/main" id="{730863EE-F0F9-F5BE-7C88-4E64ACF110A0}"/>
              </a:ext>
            </a:extLst>
          </p:cNvPr>
          <p:cNvSpPr/>
          <p:nvPr/>
        </p:nvSpPr>
        <p:spPr>
          <a:xfrm>
            <a:off x="9640013" y="2093440"/>
            <a:ext cx="2236247" cy="494527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466867 h 481389"/>
              <a:gd name="connsiteX1" fmla="*/ 1018875 w 2236247"/>
              <a:gd name="connsiteY1" fmla="*/ 433320 h 481389"/>
              <a:gd name="connsiteX2" fmla="*/ 1285979 w 2236247"/>
              <a:gd name="connsiteY2" fmla="*/ 132316 h 481389"/>
              <a:gd name="connsiteX3" fmla="*/ 2236247 w 2236247"/>
              <a:gd name="connsiteY3" fmla="*/ 0 h 481389"/>
              <a:gd name="connsiteX0" fmla="*/ 0 w 2236247"/>
              <a:gd name="connsiteY0" fmla="*/ 474994 h 494527"/>
              <a:gd name="connsiteX1" fmla="*/ 1018875 w 2236247"/>
              <a:gd name="connsiteY1" fmla="*/ 441447 h 494527"/>
              <a:gd name="connsiteX2" fmla="*/ 1279629 w 2236247"/>
              <a:gd name="connsiteY2" fmla="*/ 42018 h 494527"/>
              <a:gd name="connsiteX3" fmla="*/ 2236247 w 2236247"/>
              <a:gd name="connsiteY3" fmla="*/ 8127 h 49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6247" h="494527">
                <a:moveTo>
                  <a:pt x="0" y="474994"/>
                </a:moveTo>
                <a:cubicBezTo>
                  <a:pt x="436352" y="498716"/>
                  <a:pt x="805604" y="513610"/>
                  <a:pt x="1018875" y="441447"/>
                </a:cubicBezTo>
                <a:cubicBezTo>
                  <a:pt x="1232146" y="369284"/>
                  <a:pt x="1076734" y="114238"/>
                  <a:pt x="1279629" y="42018"/>
                </a:cubicBezTo>
                <a:cubicBezTo>
                  <a:pt x="1482524" y="-30202"/>
                  <a:pt x="1964504" y="13853"/>
                  <a:pt x="2236247" y="812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Freeform 175">
            <a:extLst>
              <a:ext uri="{FF2B5EF4-FFF2-40B4-BE49-F238E27FC236}">
                <a16:creationId xmlns:a16="http://schemas.microsoft.com/office/drawing/2014/main" id="{67955AF7-B568-A70A-1399-4B851AFF50ED}"/>
              </a:ext>
            </a:extLst>
          </p:cNvPr>
          <p:cNvSpPr/>
          <p:nvPr/>
        </p:nvSpPr>
        <p:spPr>
          <a:xfrm>
            <a:off x="9630706" y="1991564"/>
            <a:ext cx="2226722" cy="603412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536532 h 561675"/>
              <a:gd name="connsiteX1" fmla="*/ 1018875 w 2236247"/>
              <a:gd name="connsiteY1" fmla="*/ 502985 h 561675"/>
              <a:gd name="connsiteX2" fmla="*/ 1301854 w 2236247"/>
              <a:gd name="connsiteY2" fmla="*/ 8306 h 561675"/>
              <a:gd name="connsiteX3" fmla="*/ 2236247 w 2236247"/>
              <a:gd name="connsiteY3" fmla="*/ 177615 h 561675"/>
              <a:gd name="connsiteX0" fmla="*/ 0 w 2226722"/>
              <a:gd name="connsiteY0" fmla="*/ 578269 h 603412"/>
              <a:gd name="connsiteX1" fmla="*/ 1018875 w 2226722"/>
              <a:gd name="connsiteY1" fmla="*/ 544722 h 603412"/>
              <a:gd name="connsiteX2" fmla="*/ 1301854 w 2226722"/>
              <a:gd name="connsiteY2" fmla="*/ 50043 h 603412"/>
              <a:gd name="connsiteX3" fmla="*/ 2226722 w 2226722"/>
              <a:gd name="connsiteY3" fmla="*/ 12977 h 603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722" h="603412">
                <a:moveTo>
                  <a:pt x="0" y="578269"/>
                </a:moveTo>
                <a:cubicBezTo>
                  <a:pt x="436352" y="601991"/>
                  <a:pt x="801899" y="632760"/>
                  <a:pt x="1018875" y="544722"/>
                </a:cubicBezTo>
                <a:cubicBezTo>
                  <a:pt x="1235851" y="456684"/>
                  <a:pt x="1100546" y="138667"/>
                  <a:pt x="1301854" y="50043"/>
                </a:cubicBezTo>
                <a:cubicBezTo>
                  <a:pt x="1503162" y="-38581"/>
                  <a:pt x="1954979" y="18703"/>
                  <a:pt x="2226722" y="1297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BF14C906-A0B9-A8D9-64FC-D43B49EB690D}"/>
              </a:ext>
            </a:extLst>
          </p:cNvPr>
          <p:cNvSpPr/>
          <p:nvPr/>
        </p:nvSpPr>
        <p:spPr>
          <a:xfrm>
            <a:off x="9637056" y="1849882"/>
            <a:ext cx="2226722" cy="746089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536532 h 561675"/>
              <a:gd name="connsiteX1" fmla="*/ 1018875 w 2236247"/>
              <a:gd name="connsiteY1" fmla="*/ 502985 h 561675"/>
              <a:gd name="connsiteX2" fmla="*/ 1301854 w 2236247"/>
              <a:gd name="connsiteY2" fmla="*/ 8306 h 561675"/>
              <a:gd name="connsiteX3" fmla="*/ 2236247 w 2236247"/>
              <a:gd name="connsiteY3" fmla="*/ 177615 h 561675"/>
              <a:gd name="connsiteX0" fmla="*/ 0 w 2226722"/>
              <a:gd name="connsiteY0" fmla="*/ 578269 h 603412"/>
              <a:gd name="connsiteX1" fmla="*/ 1018875 w 2226722"/>
              <a:gd name="connsiteY1" fmla="*/ 544722 h 603412"/>
              <a:gd name="connsiteX2" fmla="*/ 1301854 w 2226722"/>
              <a:gd name="connsiteY2" fmla="*/ 50043 h 603412"/>
              <a:gd name="connsiteX3" fmla="*/ 2226722 w 2226722"/>
              <a:gd name="connsiteY3" fmla="*/ 12977 h 603412"/>
              <a:gd name="connsiteX0" fmla="*/ 0 w 2226722"/>
              <a:gd name="connsiteY0" fmla="*/ 667993 h 700457"/>
              <a:gd name="connsiteX1" fmla="*/ 1018875 w 2226722"/>
              <a:gd name="connsiteY1" fmla="*/ 634446 h 700457"/>
              <a:gd name="connsiteX2" fmla="*/ 1282804 w 2226722"/>
              <a:gd name="connsiteY2" fmla="*/ 25467 h 700457"/>
              <a:gd name="connsiteX3" fmla="*/ 2226722 w 2226722"/>
              <a:gd name="connsiteY3" fmla="*/ 102701 h 700457"/>
              <a:gd name="connsiteX0" fmla="*/ 0 w 2229897"/>
              <a:gd name="connsiteY0" fmla="*/ 699117 h 731581"/>
              <a:gd name="connsiteX1" fmla="*/ 1018875 w 2229897"/>
              <a:gd name="connsiteY1" fmla="*/ 665570 h 731581"/>
              <a:gd name="connsiteX2" fmla="*/ 1282804 w 2229897"/>
              <a:gd name="connsiteY2" fmla="*/ 56591 h 731581"/>
              <a:gd name="connsiteX3" fmla="*/ 2229897 w 2229897"/>
              <a:gd name="connsiteY3" fmla="*/ 22700 h 731581"/>
              <a:gd name="connsiteX0" fmla="*/ 0 w 2226722"/>
              <a:gd name="connsiteY0" fmla="*/ 713625 h 746089"/>
              <a:gd name="connsiteX1" fmla="*/ 1018875 w 2226722"/>
              <a:gd name="connsiteY1" fmla="*/ 680078 h 746089"/>
              <a:gd name="connsiteX2" fmla="*/ 1282804 w 2226722"/>
              <a:gd name="connsiteY2" fmla="*/ 71099 h 746089"/>
              <a:gd name="connsiteX3" fmla="*/ 2226722 w 2226722"/>
              <a:gd name="connsiteY3" fmla="*/ 8633 h 746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722" h="746089">
                <a:moveTo>
                  <a:pt x="0" y="713625"/>
                </a:moveTo>
                <a:cubicBezTo>
                  <a:pt x="436352" y="737347"/>
                  <a:pt x="805074" y="787166"/>
                  <a:pt x="1018875" y="680078"/>
                </a:cubicBezTo>
                <a:cubicBezTo>
                  <a:pt x="1232676" y="572990"/>
                  <a:pt x="1081496" y="183006"/>
                  <a:pt x="1282804" y="71099"/>
                </a:cubicBezTo>
                <a:cubicBezTo>
                  <a:pt x="1484112" y="-40808"/>
                  <a:pt x="1954979" y="14359"/>
                  <a:pt x="2226722" y="863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4BEEACC4-81FB-1795-D150-2237B53BE623}"/>
              </a:ext>
            </a:extLst>
          </p:cNvPr>
          <p:cNvSpPr/>
          <p:nvPr/>
        </p:nvSpPr>
        <p:spPr>
          <a:xfrm>
            <a:off x="9637057" y="1432545"/>
            <a:ext cx="2245772" cy="1187726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536532 h 561675"/>
              <a:gd name="connsiteX1" fmla="*/ 1018875 w 2236247"/>
              <a:gd name="connsiteY1" fmla="*/ 502985 h 561675"/>
              <a:gd name="connsiteX2" fmla="*/ 1301854 w 2236247"/>
              <a:gd name="connsiteY2" fmla="*/ 8306 h 561675"/>
              <a:gd name="connsiteX3" fmla="*/ 2236247 w 2236247"/>
              <a:gd name="connsiteY3" fmla="*/ 177615 h 561675"/>
              <a:gd name="connsiteX0" fmla="*/ 0 w 2226722"/>
              <a:gd name="connsiteY0" fmla="*/ 578269 h 603412"/>
              <a:gd name="connsiteX1" fmla="*/ 1018875 w 2226722"/>
              <a:gd name="connsiteY1" fmla="*/ 544722 h 603412"/>
              <a:gd name="connsiteX2" fmla="*/ 1301854 w 2226722"/>
              <a:gd name="connsiteY2" fmla="*/ 50043 h 603412"/>
              <a:gd name="connsiteX3" fmla="*/ 2226722 w 2226722"/>
              <a:gd name="connsiteY3" fmla="*/ 12977 h 603412"/>
              <a:gd name="connsiteX0" fmla="*/ 0 w 2226722"/>
              <a:gd name="connsiteY0" fmla="*/ 667993 h 700457"/>
              <a:gd name="connsiteX1" fmla="*/ 1018875 w 2226722"/>
              <a:gd name="connsiteY1" fmla="*/ 634446 h 700457"/>
              <a:gd name="connsiteX2" fmla="*/ 1282804 w 2226722"/>
              <a:gd name="connsiteY2" fmla="*/ 25467 h 700457"/>
              <a:gd name="connsiteX3" fmla="*/ 2226722 w 2226722"/>
              <a:gd name="connsiteY3" fmla="*/ 102701 h 700457"/>
              <a:gd name="connsiteX0" fmla="*/ 0 w 2229897"/>
              <a:gd name="connsiteY0" fmla="*/ 699117 h 731581"/>
              <a:gd name="connsiteX1" fmla="*/ 1018875 w 2229897"/>
              <a:gd name="connsiteY1" fmla="*/ 665570 h 731581"/>
              <a:gd name="connsiteX2" fmla="*/ 1282804 w 2229897"/>
              <a:gd name="connsiteY2" fmla="*/ 56591 h 731581"/>
              <a:gd name="connsiteX3" fmla="*/ 2229897 w 2229897"/>
              <a:gd name="connsiteY3" fmla="*/ 22700 h 731581"/>
              <a:gd name="connsiteX0" fmla="*/ 0 w 2229897"/>
              <a:gd name="connsiteY0" fmla="*/ 789240 h 829401"/>
              <a:gd name="connsiteX1" fmla="*/ 1018875 w 2229897"/>
              <a:gd name="connsiteY1" fmla="*/ 755693 h 829401"/>
              <a:gd name="connsiteX2" fmla="*/ 1295504 w 2229897"/>
              <a:gd name="connsiteY2" fmla="*/ 32414 h 829401"/>
              <a:gd name="connsiteX3" fmla="*/ 2229897 w 2229897"/>
              <a:gd name="connsiteY3" fmla="*/ 112823 h 829401"/>
              <a:gd name="connsiteX0" fmla="*/ 0 w 2223547"/>
              <a:gd name="connsiteY0" fmla="*/ 824355 h 864516"/>
              <a:gd name="connsiteX1" fmla="*/ 1018875 w 2223547"/>
              <a:gd name="connsiteY1" fmla="*/ 790808 h 864516"/>
              <a:gd name="connsiteX2" fmla="*/ 1295504 w 2223547"/>
              <a:gd name="connsiteY2" fmla="*/ 67529 h 864516"/>
              <a:gd name="connsiteX3" fmla="*/ 2223547 w 2223547"/>
              <a:gd name="connsiteY3" fmla="*/ 27288 h 864516"/>
              <a:gd name="connsiteX0" fmla="*/ 0 w 2223547"/>
              <a:gd name="connsiteY0" fmla="*/ 835120 h 875281"/>
              <a:gd name="connsiteX1" fmla="*/ 1018875 w 2223547"/>
              <a:gd name="connsiteY1" fmla="*/ 801573 h 875281"/>
              <a:gd name="connsiteX2" fmla="*/ 1295504 w 2223547"/>
              <a:gd name="connsiteY2" fmla="*/ 78294 h 875281"/>
              <a:gd name="connsiteX3" fmla="*/ 2223547 w 2223547"/>
              <a:gd name="connsiteY3" fmla="*/ 15828 h 875281"/>
              <a:gd name="connsiteX0" fmla="*/ 0 w 2223547"/>
              <a:gd name="connsiteY0" fmla="*/ 1032907 h 1090171"/>
              <a:gd name="connsiteX1" fmla="*/ 1018875 w 2223547"/>
              <a:gd name="connsiteY1" fmla="*/ 999360 h 1090171"/>
              <a:gd name="connsiteX2" fmla="*/ 1301854 w 2223547"/>
              <a:gd name="connsiteY2" fmla="*/ 31606 h 1090171"/>
              <a:gd name="connsiteX3" fmla="*/ 2223547 w 2223547"/>
              <a:gd name="connsiteY3" fmla="*/ 213615 h 1090171"/>
              <a:gd name="connsiteX0" fmla="*/ 0 w 2242597"/>
              <a:gd name="connsiteY0" fmla="*/ 1090448 h 1147712"/>
              <a:gd name="connsiteX1" fmla="*/ 1018875 w 2242597"/>
              <a:gd name="connsiteY1" fmla="*/ 1056901 h 1147712"/>
              <a:gd name="connsiteX2" fmla="*/ 1301854 w 2242597"/>
              <a:gd name="connsiteY2" fmla="*/ 89147 h 1147712"/>
              <a:gd name="connsiteX3" fmla="*/ 2242597 w 2242597"/>
              <a:gd name="connsiteY3" fmla="*/ 39381 h 1147712"/>
              <a:gd name="connsiteX0" fmla="*/ 0 w 2242597"/>
              <a:gd name="connsiteY0" fmla="*/ 1093311 h 1150575"/>
              <a:gd name="connsiteX1" fmla="*/ 1018875 w 2242597"/>
              <a:gd name="connsiteY1" fmla="*/ 1059764 h 1150575"/>
              <a:gd name="connsiteX2" fmla="*/ 1301854 w 2242597"/>
              <a:gd name="connsiteY2" fmla="*/ 92010 h 1150575"/>
              <a:gd name="connsiteX3" fmla="*/ 2242597 w 2242597"/>
              <a:gd name="connsiteY3" fmla="*/ 42244 h 1150575"/>
              <a:gd name="connsiteX0" fmla="*/ 0 w 2242597"/>
              <a:gd name="connsiteY0" fmla="*/ 1116330 h 1173594"/>
              <a:gd name="connsiteX1" fmla="*/ 1018875 w 2242597"/>
              <a:gd name="connsiteY1" fmla="*/ 1082783 h 1173594"/>
              <a:gd name="connsiteX2" fmla="*/ 1301854 w 2242597"/>
              <a:gd name="connsiteY2" fmla="*/ 115029 h 1173594"/>
              <a:gd name="connsiteX3" fmla="*/ 2242597 w 2242597"/>
              <a:gd name="connsiteY3" fmla="*/ 20813 h 1173594"/>
              <a:gd name="connsiteX0" fmla="*/ 0 w 2245772"/>
              <a:gd name="connsiteY0" fmla="*/ 1130462 h 1187726"/>
              <a:gd name="connsiteX1" fmla="*/ 1018875 w 2245772"/>
              <a:gd name="connsiteY1" fmla="*/ 1096915 h 1187726"/>
              <a:gd name="connsiteX2" fmla="*/ 1301854 w 2245772"/>
              <a:gd name="connsiteY2" fmla="*/ 129161 h 1187726"/>
              <a:gd name="connsiteX3" fmla="*/ 2245772 w 2245772"/>
              <a:gd name="connsiteY3" fmla="*/ 12720 h 118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5772" h="1187726">
                <a:moveTo>
                  <a:pt x="0" y="1130462"/>
                </a:moveTo>
                <a:cubicBezTo>
                  <a:pt x="436352" y="1154184"/>
                  <a:pt x="801899" y="1263798"/>
                  <a:pt x="1018875" y="1096915"/>
                </a:cubicBezTo>
                <a:cubicBezTo>
                  <a:pt x="1235851" y="930032"/>
                  <a:pt x="1097371" y="309860"/>
                  <a:pt x="1301854" y="129161"/>
                </a:cubicBezTo>
                <a:cubicBezTo>
                  <a:pt x="1506337" y="-51538"/>
                  <a:pt x="1974029" y="8921"/>
                  <a:pt x="2245772" y="1272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Freeform 178">
            <a:extLst>
              <a:ext uri="{FF2B5EF4-FFF2-40B4-BE49-F238E27FC236}">
                <a16:creationId xmlns:a16="http://schemas.microsoft.com/office/drawing/2014/main" id="{2B837EAE-FE6A-8F94-E445-E461C8CA9DC1}"/>
              </a:ext>
            </a:extLst>
          </p:cNvPr>
          <p:cNvSpPr/>
          <p:nvPr/>
        </p:nvSpPr>
        <p:spPr>
          <a:xfrm>
            <a:off x="9629560" y="1618316"/>
            <a:ext cx="2233072" cy="990775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536532 h 561675"/>
              <a:gd name="connsiteX1" fmla="*/ 1018875 w 2236247"/>
              <a:gd name="connsiteY1" fmla="*/ 502985 h 561675"/>
              <a:gd name="connsiteX2" fmla="*/ 1301854 w 2236247"/>
              <a:gd name="connsiteY2" fmla="*/ 8306 h 561675"/>
              <a:gd name="connsiteX3" fmla="*/ 2236247 w 2236247"/>
              <a:gd name="connsiteY3" fmla="*/ 177615 h 561675"/>
              <a:gd name="connsiteX0" fmla="*/ 0 w 2226722"/>
              <a:gd name="connsiteY0" fmla="*/ 578269 h 603412"/>
              <a:gd name="connsiteX1" fmla="*/ 1018875 w 2226722"/>
              <a:gd name="connsiteY1" fmla="*/ 544722 h 603412"/>
              <a:gd name="connsiteX2" fmla="*/ 1301854 w 2226722"/>
              <a:gd name="connsiteY2" fmla="*/ 50043 h 603412"/>
              <a:gd name="connsiteX3" fmla="*/ 2226722 w 2226722"/>
              <a:gd name="connsiteY3" fmla="*/ 12977 h 603412"/>
              <a:gd name="connsiteX0" fmla="*/ 0 w 2226722"/>
              <a:gd name="connsiteY0" fmla="*/ 667993 h 700457"/>
              <a:gd name="connsiteX1" fmla="*/ 1018875 w 2226722"/>
              <a:gd name="connsiteY1" fmla="*/ 634446 h 700457"/>
              <a:gd name="connsiteX2" fmla="*/ 1282804 w 2226722"/>
              <a:gd name="connsiteY2" fmla="*/ 25467 h 700457"/>
              <a:gd name="connsiteX3" fmla="*/ 2226722 w 2226722"/>
              <a:gd name="connsiteY3" fmla="*/ 102701 h 700457"/>
              <a:gd name="connsiteX0" fmla="*/ 0 w 2229897"/>
              <a:gd name="connsiteY0" fmla="*/ 699117 h 731581"/>
              <a:gd name="connsiteX1" fmla="*/ 1018875 w 2229897"/>
              <a:gd name="connsiteY1" fmla="*/ 665570 h 731581"/>
              <a:gd name="connsiteX2" fmla="*/ 1282804 w 2229897"/>
              <a:gd name="connsiteY2" fmla="*/ 56591 h 731581"/>
              <a:gd name="connsiteX3" fmla="*/ 2229897 w 2229897"/>
              <a:gd name="connsiteY3" fmla="*/ 22700 h 731581"/>
              <a:gd name="connsiteX0" fmla="*/ 0 w 2229897"/>
              <a:gd name="connsiteY0" fmla="*/ 789240 h 829401"/>
              <a:gd name="connsiteX1" fmla="*/ 1018875 w 2229897"/>
              <a:gd name="connsiteY1" fmla="*/ 755693 h 829401"/>
              <a:gd name="connsiteX2" fmla="*/ 1295504 w 2229897"/>
              <a:gd name="connsiteY2" fmla="*/ 32414 h 829401"/>
              <a:gd name="connsiteX3" fmla="*/ 2229897 w 2229897"/>
              <a:gd name="connsiteY3" fmla="*/ 112823 h 829401"/>
              <a:gd name="connsiteX0" fmla="*/ 0 w 2223547"/>
              <a:gd name="connsiteY0" fmla="*/ 824355 h 864516"/>
              <a:gd name="connsiteX1" fmla="*/ 1018875 w 2223547"/>
              <a:gd name="connsiteY1" fmla="*/ 790808 h 864516"/>
              <a:gd name="connsiteX2" fmla="*/ 1295504 w 2223547"/>
              <a:gd name="connsiteY2" fmla="*/ 67529 h 864516"/>
              <a:gd name="connsiteX3" fmla="*/ 2223547 w 2223547"/>
              <a:gd name="connsiteY3" fmla="*/ 27288 h 864516"/>
              <a:gd name="connsiteX0" fmla="*/ 0 w 2223547"/>
              <a:gd name="connsiteY0" fmla="*/ 835120 h 875281"/>
              <a:gd name="connsiteX1" fmla="*/ 1018875 w 2223547"/>
              <a:gd name="connsiteY1" fmla="*/ 801573 h 875281"/>
              <a:gd name="connsiteX2" fmla="*/ 1295504 w 2223547"/>
              <a:gd name="connsiteY2" fmla="*/ 78294 h 875281"/>
              <a:gd name="connsiteX3" fmla="*/ 2223547 w 2223547"/>
              <a:gd name="connsiteY3" fmla="*/ 15828 h 875281"/>
              <a:gd name="connsiteX0" fmla="*/ 0 w 2223547"/>
              <a:gd name="connsiteY0" fmla="*/ 894226 h 940310"/>
              <a:gd name="connsiteX1" fmla="*/ 1018875 w 2223547"/>
              <a:gd name="connsiteY1" fmla="*/ 860679 h 940310"/>
              <a:gd name="connsiteX2" fmla="*/ 1295504 w 2223547"/>
              <a:gd name="connsiteY2" fmla="*/ 51675 h 940310"/>
              <a:gd name="connsiteX3" fmla="*/ 2223547 w 2223547"/>
              <a:gd name="connsiteY3" fmla="*/ 74934 h 940310"/>
              <a:gd name="connsiteX0" fmla="*/ 0 w 2226722"/>
              <a:gd name="connsiteY0" fmla="*/ 920428 h 966512"/>
              <a:gd name="connsiteX1" fmla="*/ 1018875 w 2226722"/>
              <a:gd name="connsiteY1" fmla="*/ 886881 h 966512"/>
              <a:gd name="connsiteX2" fmla="*/ 1295504 w 2226722"/>
              <a:gd name="connsiteY2" fmla="*/ 77877 h 966512"/>
              <a:gd name="connsiteX3" fmla="*/ 2226722 w 2226722"/>
              <a:gd name="connsiteY3" fmla="*/ 28111 h 966512"/>
              <a:gd name="connsiteX0" fmla="*/ 0 w 2229897"/>
              <a:gd name="connsiteY0" fmla="*/ 933252 h 979336"/>
              <a:gd name="connsiteX1" fmla="*/ 1018875 w 2229897"/>
              <a:gd name="connsiteY1" fmla="*/ 899705 h 979336"/>
              <a:gd name="connsiteX2" fmla="*/ 1295504 w 2229897"/>
              <a:gd name="connsiteY2" fmla="*/ 90701 h 979336"/>
              <a:gd name="connsiteX3" fmla="*/ 2229897 w 2229897"/>
              <a:gd name="connsiteY3" fmla="*/ 15535 h 979336"/>
              <a:gd name="connsiteX0" fmla="*/ 0 w 2233072"/>
              <a:gd name="connsiteY0" fmla="*/ 944691 h 990775"/>
              <a:gd name="connsiteX1" fmla="*/ 1018875 w 2233072"/>
              <a:gd name="connsiteY1" fmla="*/ 911144 h 990775"/>
              <a:gd name="connsiteX2" fmla="*/ 1295504 w 2233072"/>
              <a:gd name="connsiteY2" fmla="*/ 102140 h 990775"/>
              <a:gd name="connsiteX3" fmla="*/ 2233072 w 2233072"/>
              <a:gd name="connsiteY3" fmla="*/ 7924 h 99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3072" h="990775">
                <a:moveTo>
                  <a:pt x="0" y="944691"/>
                </a:moveTo>
                <a:cubicBezTo>
                  <a:pt x="436352" y="968413"/>
                  <a:pt x="802958" y="1051569"/>
                  <a:pt x="1018875" y="911144"/>
                </a:cubicBezTo>
                <a:cubicBezTo>
                  <a:pt x="1234792" y="770719"/>
                  <a:pt x="1093138" y="252677"/>
                  <a:pt x="1295504" y="102140"/>
                </a:cubicBezTo>
                <a:cubicBezTo>
                  <a:pt x="1497870" y="-48397"/>
                  <a:pt x="1961329" y="13650"/>
                  <a:pt x="2233072" y="7924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Freeform 179">
            <a:extLst>
              <a:ext uri="{FF2B5EF4-FFF2-40B4-BE49-F238E27FC236}">
                <a16:creationId xmlns:a16="http://schemas.microsoft.com/office/drawing/2014/main" id="{302A994F-7041-EC9F-2E36-9AABB15A611A}"/>
              </a:ext>
            </a:extLst>
          </p:cNvPr>
          <p:cNvSpPr/>
          <p:nvPr/>
        </p:nvSpPr>
        <p:spPr>
          <a:xfrm>
            <a:off x="9644552" y="2194436"/>
            <a:ext cx="2236247" cy="379666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6247" h="379666">
                <a:moveTo>
                  <a:pt x="0" y="365144"/>
                </a:moveTo>
                <a:cubicBezTo>
                  <a:pt x="436352" y="388866"/>
                  <a:pt x="804545" y="387355"/>
                  <a:pt x="1018875" y="331597"/>
                </a:cubicBezTo>
                <a:cubicBezTo>
                  <a:pt x="1233205" y="275839"/>
                  <a:pt x="1083084" y="84821"/>
                  <a:pt x="1285979" y="30593"/>
                </a:cubicBezTo>
                <a:cubicBezTo>
                  <a:pt x="1488874" y="-23635"/>
                  <a:pt x="1964504" y="11953"/>
                  <a:pt x="2236247" y="622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Freeform 182">
            <a:extLst>
              <a:ext uri="{FF2B5EF4-FFF2-40B4-BE49-F238E27FC236}">
                <a16:creationId xmlns:a16="http://schemas.microsoft.com/office/drawing/2014/main" id="{86E19FA8-DF5E-39B9-2F41-26D4F84D2FE7}"/>
              </a:ext>
            </a:extLst>
          </p:cNvPr>
          <p:cNvSpPr/>
          <p:nvPr/>
        </p:nvSpPr>
        <p:spPr>
          <a:xfrm>
            <a:off x="9637057" y="2510875"/>
            <a:ext cx="2248947" cy="58506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235092 h 242834"/>
              <a:gd name="connsiteX1" fmla="*/ 1018875 w 2236247"/>
              <a:gd name="connsiteY1" fmla="*/ 201545 h 242834"/>
              <a:gd name="connsiteX2" fmla="*/ 1285979 w 2236247"/>
              <a:gd name="connsiteY2" fmla="*/ 110091 h 242834"/>
              <a:gd name="connsiteX3" fmla="*/ 2236247 w 2236247"/>
              <a:gd name="connsiteY3" fmla="*/ 0 h 242834"/>
              <a:gd name="connsiteX0" fmla="*/ 0 w 2248947"/>
              <a:gd name="connsiteY0" fmla="*/ 131261 h 139003"/>
              <a:gd name="connsiteX1" fmla="*/ 1018875 w 2248947"/>
              <a:gd name="connsiteY1" fmla="*/ 97714 h 139003"/>
              <a:gd name="connsiteX2" fmla="*/ 1285979 w 2248947"/>
              <a:gd name="connsiteY2" fmla="*/ 6260 h 139003"/>
              <a:gd name="connsiteX3" fmla="*/ 2248947 w 2248947"/>
              <a:gd name="connsiteY3" fmla="*/ 4119 h 139003"/>
              <a:gd name="connsiteX0" fmla="*/ 0 w 2248947"/>
              <a:gd name="connsiteY0" fmla="*/ 127142 h 133601"/>
              <a:gd name="connsiteX1" fmla="*/ 1018875 w 2248947"/>
              <a:gd name="connsiteY1" fmla="*/ 93595 h 133601"/>
              <a:gd name="connsiteX2" fmla="*/ 1285979 w 2248947"/>
              <a:gd name="connsiteY2" fmla="*/ 75166 h 133601"/>
              <a:gd name="connsiteX3" fmla="*/ 2248947 w 2248947"/>
              <a:gd name="connsiteY3" fmla="*/ 0 h 133601"/>
              <a:gd name="connsiteX0" fmla="*/ 0 w 2248947"/>
              <a:gd name="connsiteY0" fmla="*/ 52047 h 58506"/>
              <a:gd name="connsiteX1" fmla="*/ 1018875 w 2248947"/>
              <a:gd name="connsiteY1" fmla="*/ 18500 h 58506"/>
              <a:gd name="connsiteX2" fmla="*/ 1285979 w 2248947"/>
              <a:gd name="connsiteY2" fmla="*/ 71 h 58506"/>
              <a:gd name="connsiteX3" fmla="*/ 2248947 w 2248947"/>
              <a:gd name="connsiteY3" fmla="*/ 10630 h 58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947" h="58506">
                <a:moveTo>
                  <a:pt x="0" y="52047"/>
                </a:moveTo>
                <a:cubicBezTo>
                  <a:pt x="436352" y="75769"/>
                  <a:pt x="804545" y="27163"/>
                  <a:pt x="1018875" y="18500"/>
                </a:cubicBezTo>
                <a:cubicBezTo>
                  <a:pt x="1233205" y="9837"/>
                  <a:pt x="1080967" y="1383"/>
                  <a:pt x="1285979" y="71"/>
                </a:cubicBezTo>
                <a:cubicBezTo>
                  <a:pt x="1490991" y="-1241"/>
                  <a:pt x="1977204" y="16356"/>
                  <a:pt x="2248947" y="1063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Freeform 183">
            <a:extLst>
              <a:ext uri="{FF2B5EF4-FFF2-40B4-BE49-F238E27FC236}">
                <a16:creationId xmlns:a16="http://schemas.microsoft.com/office/drawing/2014/main" id="{922BEA39-DCB3-0A0C-4A6E-7C9EE9D24EFC}"/>
              </a:ext>
            </a:extLst>
          </p:cNvPr>
          <p:cNvSpPr/>
          <p:nvPr/>
        </p:nvSpPr>
        <p:spPr>
          <a:xfrm>
            <a:off x="9637057" y="2532488"/>
            <a:ext cx="2248947" cy="72943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235092 h 242834"/>
              <a:gd name="connsiteX1" fmla="*/ 1018875 w 2236247"/>
              <a:gd name="connsiteY1" fmla="*/ 201545 h 242834"/>
              <a:gd name="connsiteX2" fmla="*/ 1285979 w 2236247"/>
              <a:gd name="connsiteY2" fmla="*/ 110091 h 242834"/>
              <a:gd name="connsiteX3" fmla="*/ 2236247 w 2236247"/>
              <a:gd name="connsiteY3" fmla="*/ 0 h 242834"/>
              <a:gd name="connsiteX0" fmla="*/ 0 w 2248947"/>
              <a:gd name="connsiteY0" fmla="*/ 131261 h 139003"/>
              <a:gd name="connsiteX1" fmla="*/ 1018875 w 2248947"/>
              <a:gd name="connsiteY1" fmla="*/ 97714 h 139003"/>
              <a:gd name="connsiteX2" fmla="*/ 1285979 w 2248947"/>
              <a:gd name="connsiteY2" fmla="*/ 6260 h 139003"/>
              <a:gd name="connsiteX3" fmla="*/ 2248947 w 2248947"/>
              <a:gd name="connsiteY3" fmla="*/ 4119 h 139003"/>
              <a:gd name="connsiteX0" fmla="*/ 0 w 2248947"/>
              <a:gd name="connsiteY0" fmla="*/ 127142 h 133601"/>
              <a:gd name="connsiteX1" fmla="*/ 1018875 w 2248947"/>
              <a:gd name="connsiteY1" fmla="*/ 93595 h 133601"/>
              <a:gd name="connsiteX2" fmla="*/ 1285979 w 2248947"/>
              <a:gd name="connsiteY2" fmla="*/ 75166 h 133601"/>
              <a:gd name="connsiteX3" fmla="*/ 2248947 w 2248947"/>
              <a:gd name="connsiteY3" fmla="*/ 0 h 133601"/>
              <a:gd name="connsiteX0" fmla="*/ 0 w 2248947"/>
              <a:gd name="connsiteY0" fmla="*/ 52047 h 58506"/>
              <a:gd name="connsiteX1" fmla="*/ 1018875 w 2248947"/>
              <a:gd name="connsiteY1" fmla="*/ 18500 h 58506"/>
              <a:gd name="connsiteX2" fmla="*/ 1285979 w 2248947"/>
              <a:gd name="connsiteY2" fmla="*/ 71 h 58506"/>
              <a:gd name="connsiteX3" fmla="*/ 2248947 w 2248947"/>
              <a:gd name="connsiteY3" fmla="*/ 10630 h 58506"/>
              <a:gd name="connsiteX0" fmla="*/ 0 w 2248947"/>
              <a:gd name="connsiteY0" fmla="*/ 41417 h 59316"/>
              <a:gd name="connsiteX1" fmla="*/ 1018875 w 2248947"/>
              <a:gd name="connsiteY1" fmla="*/ 7870 h 59316"/>
              <a:gd name="connsiteX2" fmla="*/ 1270104 w 2248947"/>
              <a:gd name="connsiteY2" fmla="*/ 59291 h 59316"/>
              <a:gd name="connsiteX3" fmla="*/ 2248947 w 2248947"/>
              <a:gd name="connsiteY3" fmla="*/ 0 h 59316"/>
              <a:gd name="connsiteX0" fmla="*/ 0 w 2248947"/>
              <a:gd name="connsiteY0" fmla="*/ 33655 h 72943"/>
              <a:gd name="connsiteX1" fmla="*/ 1018875 w 2248947"/>
              <a:gd name="connsiteY1" fmla="*/ 108 h 72943"/>
              <a:gd name="connsiteX2" fmla="*/ 1270104 w 2248947"/>
              <a:gd name="connsiteY2" fmla="*/ 51529 h 72943"/>
              <a:gd name="connsiteX3" fmla="*/ 2248947 w 2248947"/>
              <a:gd name="connsiteY3" fmla="*/ 71613 h 7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947" h="72943">
                <a:moveTo>
                  <a:pt x="0" y="33655"/>
                </a:moveTo>
                <a:cubicBezTo>
                  <a:pt x="436352" y="57377"/>
                  <a:pt x="807191" y="-2871"/>
                  <a:pt x="1018875" y="108"/>
                </a:cubicBezTo>
                <a:cubicBezTo>
                  <a:pt x="1230559" y="3087"/>
                  <a:pt x="1065092" y="39611"/>
                  <a:pt x="1270104" y="51529"/>
                </a:cubicBezTo>
                <a:cubicBezTo>
                  <a:pt x="1475116" y="63447"/>
                  <a:pt x="1977204" y="77339"/>
                  <a:pt x="2248947" y="71613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Freeform 184">
            <a:extLst>
              <a:ext uri="{FF2B5EF4-FFF2-40B4-BE49-F238E27FC236}">
                <a16:creationId xmlns:a16="http://schemas.microsoft.com/office/drawing/2014/main" id="{ACF931EF-DC7D-26B9-29A2-2309DCE6C647}"/>
              </a:ext>
            </a:extLst>
          </p:cNvPr>
          <p:cNvSpPr/>
          <p:nvPr/>
        </p:nvSpPr>
        <p:spPr>
          <a:xfrm>
            <a:off x="9629560" y="2522878"/>
            <a:ext cx="2259620" cy="145963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235092 h 242834"/>
              <a:gd name="connsiteX1" fmla="*/ 1018875 w 2236247"/>
              <a:gd name="connsiteY1" fmla="*/ 201545 h 242834"/>
              <a:gd name="connsiteX2" fmla="*/ 1285979 w 2236247"/>
              <a:gd name="connsiteY2" fmla="*/ 110091 h 242834"/>
              <a:gd name="connsiteX3" fmla="*/ 2236247 w 2236247"/>
              <a:gd name="connsiteY3" fmla="*/ 0 h 242834"/>
              <a:gd name="connsiteX0" fmla="*/ 0 w 2248947"/>
              <a:gd name="connsiteY0" fmla="*/ 131261 h 139003"/>
              <a:gd name="connsiteX1" fmla="*/ 1018875 w 2248947"/>
              <a:gd name="connsiteY1" fmla="*/ 97714 h 139003"/>
              <a:gd name="connsiteX2" fmla="*/ 1285979 w 2248947"/>
              <a:gd name="connsiteY2" fmla="*/ 6260 h 139003"/>
              <a:gd name="connsiteX3" fmla="*/ 2248947 w 2248947"/>
              <a:gd name="connsiteY3" fmla="*/ 4119 h 139003"/>
              <a:gd name="connsiteX0" fmla="*/ 0 w 2248947"/>
              <a:gd name="connsiteY0" fmla="*/ 127142 h 133601"/>
              <a:gd name="connsiteX1" fmla="*/ 1018875 w 2248947"/>
              <a:gd name="connsiteY1" fmla="*/ 93595 h 133601"/>
              <a:gd name="connsiteX2" fmla="*/ 1285979 w 2248947"/>
              <a:gd name="connsiteY2" fmla="*/ 75166 h 133601"/>
              <a:gd name="connsiteX3" fmla="*/ 2248947 w 2248947"/>
              <a:gd name="connsiteY3" fmla="*/ 0 h 133601"/>
              <a:gd name="connsiteX0" fmla="*/ 0 w 2248947"/>
              <a:gd name="connsiteY0" fmla="*/ 52047 h 58506"/>
              <a:gd name="connsiteX1" fmla="*/ 1018875 w 2248947"/>
              <a:gd name="connsiteY1" fmla="*/ 18500 h 58506"/>
              <a:gd name="connsiteX2" fmla="*/ 1285979 w 2248947"/>
              <a:gd name="connsiteY2" fmla="*/ 71 h 58506"/>
              <a:gd name="connsiteX3" fmla="*/ 2248947 w 2248947"/>
              <a:gd name="connsiteY3" fmla="*/ 10630 h 58506"/>
              <a:gd name="connsiteX0" fmla="*/ 0 w 2248947"/>
              <a:gd name="connsiteY0" fmla="*/ 41417 h 59316"/>
              <a:gd name="connsiteX1" fmla="*/ 1018875 w 2248947"/>
              <a:gd name="connsiteY1" fmla="*/ 7870 h 59316"/>
              <a:gd name="connsiteX2" fmla="*/ 1270104 w 2248947"/>
              <a:gd name="connsiteY2" fmla="*/ 59291 h 59316"/>
              <a:gd name="connsiteX3" fmla="*/ 2248947 w 2248947"/>
              <a:gd name="connsiteY3" fmla="*/ 0 h 59316"/>
              <a:gd name="connsiteX0" fmla="*/ 0 w 2248947"/>
              <a:gd name="connsiteY0" fmla="*/ 33655 h 72943"/>
              <a:gd name="connsiteX1" fmla="*/ 1018875 w 2248947"/>
              <a:gd name="connsiteY1" fmla="*/ 108 h 72943"/>
              <a:gd name="connsiteX2" fmla="*/ 1270104 w 2248947"/>
              <a:gd name="connsiteY2" fmla="*/ 51529 h 72943"/>
              <a:gd name="connsiteX3" fmla="*/ 2248947 w 2248947"/>
              <a:gd name="connsiteY3" fmla="*/ 71613 h 72943"/>
              <a:gd name="connsiteX0" fmla="*/ 0 w 2248947"/>
              <a:gd name="connsiteY0" fmla="*/ 36169 h 141099"/>
              <a:gd name="connsiteX1" fmla="*/ 1018875 w 2248947"/>
              <a:gd name="connsiteY1" fmla="*/ 2622 h 141099"/>
              <a:gd name="connsiteX2" fmla="*/ 1292329 w 2248947"/>
              <a:gd name="connsiteY2" fmla="*/ 139768 h 141099"/>
              <a:gd name="connsiteX3" fmla="*/ 2248947 w 2248947"/>
              <a:gd name="connsiteY3" fmla="*/ 74127 h 141099"/>
              <a:gd name="connsiteX0" fmla="*/ 0 w 2252122"/>
              <a:gd name="connsiteY0" fmla="*/ 36169 h 154679"/>
              <a:gd name="connsiteX1" fmla="*/ 1018875 w 2252122"/>
              <a:gd name="connsiteY1" fmla="*/ 2622 h 154679"/>
              <a:gd name="connsiteX2" fmla="*/ 1292329 w 2252122"/>
              <a:gd name="connsiteY2" fmla="*/ 139768 h 154679"/>
              <a:gd name="connsiteX3" fmla="*/ 2252122 w 2252122"/>
              <a:gd name="connsiteY3" fmla="*/ 147152 h 154679"/>
              <a:gd name="connsiteX0" fmla="*/ 0 w 2252122"/>
              <a:gd name="connsiteY0" fmla="*/ 36169 h 160613"/>
              <a:gd name="connsiteX1" fmla="*/ 1018875 w 2252122"/>
              <a:gd name="connsiteY1" fmla="*/ 2622 h 160613"/>
              <a:gd name="connsiteX2" fmla="*/ 1292329 w 2252122"/>
              <a:gd name="connsiteY2" fmla="*/ 139768 h 160613"/>
              <a:gd name="connsiteX3" fmla="*/ 2252122 w 2252122"/>
              <a:gd name="connsiteY3" fmla="*/ 156677 h 160613"/>
              <a:gd name="connsiteX0" fmla="*/ 0 w 2252122"/>
              <a:gd name="connsiteY0" fmla="*/ 36169 h 151737"/>
              <a:gd name="connsiteX1" fmla="*/ 1018875 w 2252122"/>
              <a:gd name="connsiteY1" fmla="*/ 2622 h 151737"/>
              <a:gd name="connsiteX2" fmla="*/ 1292329 w 2252122"/>
              <a:gd name="connsiteY2" fmla="*/ 139768 h 151737"/>
              <a:gd name="connsiteX3" fmla="*/ 2252122 w 2252122"/>
              <a:gd name="connsiteY3" fmla="*/ 140802 h 151737"/>
              <a:gd name="connsiteX0" fmla="*/ 0 w 2252122"/>
              <a:gd name="connsiteY0" fmla="*/ 35778 h 145963"/>
              <a:gd name="connsiteX1" fmla="*/ 1018875 w 2252122"/>
              <a:gd name="connsiteY1" fmla="*/ 2231 h 145963"/>
              <a:gd name="connsiteX2" fmla="*/ 1298679 w 2252122"/>
              <a:gd name="connsiteY2" fmla="*/ 129852 h 145963"/>
              <a:gd name="connsiteX3" fmla="*/ 2252122 w 2252122"/>
              <a:gd name="connsiteY3" fmla="*/ 140411 h 14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2122" h="145963">
                <a:moveTo>
                  <a:pt x="0" y="35778"/>
                </a:moveTo>
                <a:cubicBezTo>
                  <a:pt x="436352" y="59500"/>
                  <a:pt x="802429" y="-13448"/>
                  <a:pt x="1018875" y="2231"/>
                </a:cubicBezTo>
                <a:cubicBezTo>
                  <a:pt x="1235321" y="17910"/>
                  <a:pt x="1093138" y="106822"/>
                  <a:pt x="1298679" y="129852"/>
                </a:cubicBezTo>
                <a:cubicBezTo>
                  <a:pt x="1504220" y="152882"/>
                  <a:pt x="1980379" y="146137"/>
                  <a:pt x="2252122" y="140411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Freeform 185">
            <a:extLst>
              <a:ext uri="{FF2B5EF4-FFF2-40B4-BE49-F238E27FC236}">
                <a16:creationId xmlns:a16="http://schemas.microsoft.com/office/drawing/2014/main" id="{BED610E9-C3D8-E980-CA63-3422FCF7AF25}"/>
              </a:ext>
            </a:extLst>
          </p:cNvPr>
          <p:cNvSpPr/>
          <p:nvPr/>
        </p:nvSpPr>
        <p:spPr>
          <a:xfrm>
            <a:off x="9632292" y="1288922"/>
            <a:ext cx="2229897" cy="1336019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  <a:gd name="connsiteX0" fmla="*/ 0 w 2236247"/>
              <a:gd name="connsiteY0" fmla="*/ 339802 h 354324"/>
              <a:gd name="connsiteX1" fmla="*/ 1018875 w 2236247"/>
              <a:gd name="connsiteY1" fmla="*/ 306255 h 354324"/>
              <a:gd name="connsiteX2" fmla="*/ 1285979 w 2236247"/>
              <a:gd name="connsiteY2" fmla="*/ 5251 h 354324"/>
              <a:gd name="connsiteX3" fmla="*/ 2236247 w 2236247"/>
              <a:gd name="connsiteY3" fmla="*/ 104710 h 354324"/>
              <a:gd name="connsiteX0" fmla="*/ 0 w 2236247"/>
              <a:gd name="connsiteY0" fmla="*/ 357350 h 371872"/>
              <a:gd name="connsiteX1" fmla="*/ 1018875 w 2236247"/>
              <a:gd name="connsiteY1" fmla="*/ 323803 h 371872"/>
              <a:gd name="connsiteX2" fmla="*/ 1285979 w 2236247"/>
              <a:gd name="connsiteY2" fmla="*/ 22799 h 371872"/>
              <a:gd name="connsiteX3" fmla="*/ 2236247 w 2236247"/>
              <a:gd name="connsiteY3" fmla="*/ 17483 h 371872"/>
              <a:gd name="connsiteX0" fmla="*/ 0 w 2236247"/>
              <a:gd name="connsiteY0" fmla="*/ 365144 h 379666"/>
              <a:gd name="connsiteX1" fmla="*/ 1018875 w 2236247"/>
              <a:gd name="connsiteY1" fmla="*/ 331597 h 379666"/>
              <a:gd name="connsiteX2" fmla="*/ 1285979 w 2236247"/>
              <a:gd name="connsiteY2" fmla="*/ 30593 h 379666"/>
              <a:gd name="connsiteX3" fmla="*/ 2236247 w 2236247"/>
              <a:gd name="connsiteY3" fmla="*/ 6227 h 379666"/>
              <a:gd name="connsiteX0" fmla="*/ 0 w 2236247"/>
              <a:gd name="connsiteY0" fmla="*/ 536532 h 561675"/>
              <a:gd name="connsiteX1" fmla="*/ 1018875 w 2236247"/>
              <a:gd name="connsiteY1" fmla="*/ 502985 h 561675"/>
              <a:gd name="connsiteX2" fmla="*/ 1301854 w 2236247"/>
              <a:gd name="connsiteY2" fmla="*/ 8306 h 561675"/>
              <a:gd name="connsiteX3" fmla="*/ 2236247 w 2236247"/>
              <a:gd name="connsiteY3" fmla="*/ 177615 h 561675"/>
              <a:gd name="connsiteX0" fmla="*/ 0 w 2226722"/>
              <a:gd name="connsiteY0" fmla="*/ 578269 h 603412"/>
              <a:gd name="connsiteX1" fmla="*/ 1018875 w 2226722"/>
              <a:gd name="connsiteY1" fmla="*/ 544722 h 603412"/>
              <a:gd name="connsiteX2" fmla="*/ 1301854 w 2226722"/>
              <a:gd name="connsiteY2" fmla="*/ 50043 h 603412"/>
              <a:gd name="connsiteX3" fmla="*/ 2226722 w 2226722"/>
              <a:gd name="connsiteY3" fmla="*/ 12977 h 603412"/>
              <a:gd name="connsiteX0" fmla="*/ 0 w 2226722"/>
              <a:gd name="connsiteY0" fmla="*/ 667993 h 700457"/>
              <a:gd name="connsiteX1" fmla="*/ 1018875 w 2226722"/>
              <a:gd name="connsiteY1" fmla="*/ 634446 h 700457"/>
              <a:gd name="connsiteX2" fmla="*/ 1282804 w 2226722"/>
              <a:gd name="connsiteY2" fmla="*/ 25467 h 700457"/>
              <a:gd name="connsiteX3" fmla="*/ 2226722 w 2226722"/>
              <a:gd name="connsiteY3" fmla="*/ 102701 h 700457"/>
              <a:gd name="connsiteX0" fmla="*/ 0 w 2229897"/>
              <a:gd name="connsiteY0" fmla="*/ 699117 h 731581"/>
              <a:gd name="connsiteX1" fmla="*/ 1018875 w 2229897"/>
              <a:gd name="connsiteY1" fmla="*/ 665570 h 731581"/>
              <a:gd name="connsiteX2" fmla="*/ 1282804 w 2229897"/>
              <a:gd name="connsiteY2" fmla="*/ 56591 h 731581"/>
              <a:gd name="connsiteX3" fmla="*/ 2229897 w 2229897"/>
              <a:gd name="connsiteY3" fmla="*/ 22700 h 731581"/>
              <a:gd name="connsiteX0" fmla="*/ 0 w 2229897"/>
              <a:gd name="connsiteY0" fmla="*/ 789240 h 829401"/>
              <a:gd name="connsiteX1" fmla="*/ 1018875 w 2229897"/>
              <a:gd name="connsiteY1" fmla="*/ 755693 h 829401"/>
              <a:gd name="connsiteX2" fmla="*/ 1295504 w 2229897"/>
              <a:gd name="connsiteY2" fmla="*/ 32414 h 829401"/>
              <a:gd name="connsiteX3" fmla="*/ 2229897 w 2229897"/>
              <a:gd name="connsiteY3" fmla="*/ 112823 h 829401"/>
              <a:gd name="connsiteX0" fmla="*/ 0 w 2223547"/>
              <a:gd name="connsiteY0" fmla="*/ 824355 h 864516"/>
              <a:gd name="connsiteX1" fmla="*/ 1018875 w 2223547"/>
              <a:gd name="connsiteY1" fmla="*/ 790808 h 864516"/>
              <a:gd name="connsiteX2" fmla="*/ 1295504 w 2223547"/>
              <a:gd name="connsiteY2" fmla="*/ 67529 h 864516"/>
              <a:gd name="connsiteX3" fmla="*/ 2223547 w 2223547"/>
              <a:gd name="connsiteY3" fmla="*/ 27288 h 864516"/>
              <a:gd name="connsiteX0" fmla="*/ 0 w 2223547"/>
              <a:gd name="connsiteY0" fmla="*/ 835120 h 875281"/>
              <a:gd name="connsiteX1" fmla="*/ 1018875 w 2223547"/>
              <a:gd name="connsiteY1" fmla="*/ 801573 h 875281"/>
              <a:gd name="connsiteX2" fmla="*/ 1295504 w 2223547"/>
              <a:gd name="connsiteY2" fmla="*/ 78294 h 875281"/>
              <a:gd name="connsiteX3" fmla="*/ 2223547 w 2223547"/>
              <a:gd name="connsiteY3" fmla="*/ 15828 h 875281"/>
              <a:gd name="connsiteX0" fmla="*/ 0 w 2223547"/>
              <a:gd name="connsiteY0" fmla="*/ 1032907 h 1090171"/>
              <a:gd name="connsiteX1" fmla="*/ 1018875 w 2223547"/>
              <a:gd name="connsiteY1" fmla="*/ 999360 h 1090171"/>
              <a:gd name="connsiteX2" fmla="*/ 1301854 w 2223547"/>
              <a:gd name="connsiteY2" fmla="*/ 31606 h 1090171"/>
              <a:gd name="connsiteX3" fmla="*/ 2223547 w 2223547"/>
              <a:gd name="connsiteY3" fmla="*/ 213615 h 1090171"/>
              <a:gd name="connsiteX0" fmla="*/ 0 w 2242597"/>
              <a:gd name="connsiteY0" fmla="*/ 1090448 h 1147712"/>
              <a:gd name="connsiteX1" fmla="*/ 1018875 w 2242597"/>
              <a:gd name="connsiteY1" fmla="*/ 1056901 h 1147712"/>
              <a:gd name="connsiteX2" fmla="*/ 1301854 w 2242597"/>
              <a:gd name="connsiteY2" fmla="*/ 89147 h 1147712"/>
              <a:gd name="connsiteX3" fmla="*/ 2242597 w 2242597"/>
              <a:gd name="connsiteY3" fmla="*/ 39381 h 1147712"/>
              <a:gd name="connsiteX0" fmla="*/ 0 w 2242597"/>
              <a:gd name="connsiteY0" fmla="*/ 1093311 h 1150575"/>
              <a:gd name="connsiteX1" fmla="*/ 1018875 w 2242597"/>
              <a:gd name="connsiteY1" fmla="*/ 1059764 h 1150575"/>
              <a:gd name="connsiteX2" fmla="*/ 1301854 w 2242597"/>
              <a:gd name="connsiteY2" fmla="*/ 92010 h 1150575"/>
              <a:gd name="connsiteX3" fmla="*/ 2242597 w 2242597"/>
              <a:gd name="connsiteY3" fmla="*/ 42244 h 1150575"/>
              <a:gd name="connsiteX0" fmla="*/ 0 w 2242597"/>
              <a:gd name="connsiteY0" fmla="*/ 1116330 h 1173594"/>
              <a:gd name="connsiteX1" fmla="*/ 1018875 w 2242597"/>
              <a:gd name="connsiteY1" fmla="*/ 1082783 h 1173594"/>
              <a:gd name="connsiteX2" fmla="*/ 1301854 w 2242597"/>
              <a:gd name="connsiteY2" fmla="*/ 115029 h 1173594"/>
              <a:gd name="connsiteX3" fmla="*/ 2242597 w 2242597"/>
              <a:gd name="connsiteY3" fmla="*/ 20813 h 1173594"/>
              <a:gd name="connsiteX0" fmla="*/ 0 w 2245772"/>
              <a:gd name="connsiteY0" fmla="*/ 1130462 h 1187726"/>
              <a:gd name="connsiteX1" fmla="*/ 1018875 w 2245772"/>
              <a:gd name="connsiteY1" fmla="*/ 1096915 h 1187726"/>
              <a:gd name="connsiteX2" fmla="*/ 1301854 w 2245772"/>
              <a:gd name="connsiteY2" fmla="*/ 129161 h 1187726"/>
              <a:gd name="connsiteX3" fmla="*/ 2245772 w 2245772"/>
              <a:gd name="connsiteY3" fmla="*/ 12720 h 1187726"/>
              <a:gd name="connsiteX0" fmla="*/ 0 w 2245772"/>
              <a:gd name="connsiteY0" fmla="*/ 1202016 h 1267898"/>
              <a:gd name="connsiteX1" fmla="*/ 1018875 w 2245772"/>
              <a:gd name="connsiteY1" fmla="*/ 1168469 h 1267898"/>
              <a:gd name="connsiteX2" fmla="*/ 1311379 w 2245772"/>
              <a:gd name="connsiteY2" fmla="*/ 80065 h 1267898"/>
              <a:gd name="connsiteX3" fmla="*/ 2245772 w 2245772"/>
              <a:gd name="connsiteY3" fmla="*/ 84274 h 1267898"/>
              <a:gd name="connsiteX0" fmla="*/ 0 w 2229897"/>
              <a:gd name="connsiteY0" fmla="*/ 1270137 h 1336019"/>
              <a:gd name="connsiteX1" fmla="*/ 1018875 w 2229897"/>
              <a:gd name="connsiteY1" fmla="*/ 1236590 h 1336019"/>
              <a:gd name="connsiteX2" fmla="*/ 1311379 w 2229897"/>
              <a:gd name="connsiteY2" fmla="*/ 148186 h 1336019"/>
              <a:gd name="connsiteX3" fmla="*/ 2229897 w 2229897"/>
              <a:gd name="connsiteY3" fmla="*/ 12695 h 133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9897" h="1336019">
                <a:moveTo>
                  <a:pt x="0" y="1270137"/>
                </a:moveTo>
                <a:cubicBezTo>
                  <a:pt x="436352" y="1293859"/>
                  <a:pt x="800312" y="1423582"/>
                  <a:pt x="1018875" y="1236590"/>
                </a:cubicBezTo>
                <a:cubicBezTo>
                  <a:pt x="1237438" y="1049598"/>
                  <a:pt x="1109542" y="352169"/>
                  <a:pt x="1311379" y="148186"/>
                </a:cubicBezTo>
                <a:cubicBezTo>
                  <a:pt x="1513216" y="-55797"/>
                  <a:pt x="1958154" y="8896"/>
                  <a:pt x="2229897" y="12695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47F9B6-5E99-A4A8-95B6-3D70A47EB6FB}"/>
              </a:ext>
            </a:extLst>
          </p:cNvPr>
          <p:cNvSpPr/>
          <p:nvPr/>
        </p:nvSpPr>
        <p:spPr>
          <a:xfrm>
            <a:off x="9630073" y="2591544"/>
            <a:ext cx="1025227" cy="868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2CAFDEC-517D-3151-4D35-30384CD5A5EF}"/>
              </a:ext>
            </a:extLst>
          </p:cNvPr>
          <p:cNvSpPr/>
          <p:nvPr/>
        </p:nvSpPr>
        <p:spPr>
          <a:xfrm rot="21407644">
            <a:off x="9846584" y="2575026"/>
            <a:ext cx="821595" cy="8682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Freeform 181">
            <a:extLst>
              <a:ext uri="{FF2B5EF4-FFF2-40B4-BE49-F238E27FC236}">
                <a16:creationId xmlns:a16="http://schemas.microsoft.com/office/drawing/2014/main" id="{FE96E620-A5B0-C7EA-64B7-F672AE4B6DDB}"/>
              </a:ext>
            </a:extLst>
          </p:cNvPr>
          <p:cNvSpPr/>
          <p:nvPr/>
        </p:nvSpPr>
        <p:spPr>
          <a:xfrm>
            <a:off x="9629560" y="2315247"/>
            <a:ext cx="2250120" cy="255270"/>
          </a:xfrm>
          <a:custGeom>
            <a:avLst/>
            <a:gdLst>
              <a:gd name="connsiteX0" fmla="*/ 0 w 2139351"/>
              <a:gd name="connsiteY0" fmla="*/ 1466490 h 1497961"/>
              <a:gd name="connsiteX1" fmla="*/ 1069675 w 2139351"/>
              <a:gd name="connsiteY1" fmla="*/ 1483743 h 1497961"/>
              <a:gd name="connsiteX2" fmla="*/ 1181819 w 2139351"/>
              <a:gd name="connsiteY2" fmla="*/ 1285336 h 1497961"/>
              <a:gd name="connsiteX3" fmla="*/ 1268083 w 2139351"/>
              <a:gd name="connsiteY3" fmla="*/ 1319841 h 1497961"/>
              <a:gd name="connsiteX4" fmla="*/ 1337094 w 2139351"/>
              <a:gd name="connsiteY4" fmla="*/ 1078302 h 1497961"/>
              <a:gd name="connsiteX5" fmla="*/ 1414732 w 2139351"/>
              <a:gd name="connsiteY5" fmla="*/ 1328468 h 1497961"/>
              <a:gd name="connsiteX6" fmla="*/ 1466491 w 2139351"/>
              <a:gd name="connsiteY6" fmla="*/ 1078302 h 1497961"/>
              <a:gd name="connsiteX7" fmla="*/ 1552755 w 2139351"/>
              <a:gd name="connsiteY7" fmla="*/ 1199072 h 1497961"/>
              <a:gd name="connsiteX8" fmla="*/ 1587260 w 2139351"/>
              <a:gd name="connsiteY8" fmla="*/ 810883 h 1497961"/>
              <a:gd name="connsiteX9" fmla="*/ 1656272 w 2139351"/>
              <a:gd name="connsiteY9" fmla="*/ 957532 h 1497961"/>
              <a:gd name="connsiteX10" fmla="*/ 1708030 w 2139351"/>
              <a:gd name="connsiteY10" fmla="*/ 526211 h 1497961"/>
              <a:gd name="connsiteX11" fmla="*/ 1759789 w 2139351"/>
              <a:gd name="connsiteY11" fmla="*/ 655607 h 1497961"/>
              <a:gd name="connsiteX12" fmla="*/ 1768415 w 2139351"/>
              <a:gd name="connsiteY12" fmla="*/ 379562 h 1497961"/>
              <a:gd name="connsiteX13" fmla="*/ 1871932 w 2139351"/>
              <a:gd name="connsiteY13" fmla="*/ 715992 h 1497961"/>
              <a:gd name="connsiteX14" fmla="*/ 1940943 w 2139351"/>
              <a:gd name="connsiteY14" fmla="*/ 362309 h 1497961"/>
              <a:gd name="connsiteX15" fmla="*/ 1975449 w 2139351"/>
              <a:gd name="connsiteY15" fmla="*/ 439947 h 1497961"/>
              <a:gd name="connsiteX16" fmla="*/ 2001328 w 2139351"/>
              <a:gd name="connsiteY16" fmla="*/ 198407 h 1497961"/>
              <a:gd name="connsiteX17" fmla="*/ 2070340 w 2139351"/>
              <a:gd name="connsiteY17" fmla="*/ 310551 h 1497961"/>
              <a:gd name="connsiteX18" fmla="*/ 2139351 w 2139351"/>
              <a:gd name="connsiteY18" fmla="*/ 0 h 1497961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268083 w 2139351"/>
              <a:gd name="connsiteY3" fmla="*/ 1319841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503434"/>
              <a:gd name="connsiteX1" fmla="*/ 1069675 w 2139351"/>
              <a:gd name="connsiteY1" fmla="*/ 1483743 h 1503434"/>
              <a:gd name="connsiteX2" fmla="*/ 1241855 w 2139351"/>
              <a:gd name="connsiteY2" fmla="*/ 1211445 h 1503434"/>
              <a:gd name="connsiteX3" fmla="*/ 1318883 w 2139351"/>
              <a:gd name="connsiteY3" fmla="*/ 1342932 h 1503434"/>
              <a:gd name="connsiteX4" fmla="*/ 1337094 w 2139351"/>
              <a:gd name="connsiteY4" fmla="*/ 1078302 h 1503434"/>
              <a:gd name="connsiteX5" fmla="*/ 1414732 w 2139351"/>
              <a:gd name="connsiteY5" fmla="*/ 1328468 h 1503434"/>
              <a:gd name="connsiteX6" fmla="*/ 1466491 w 2139351"/>
              <a:gd name="connsiteY6" fmla="*/ 1078302 h 1503434"/>
              <a:gd name="connsiteX7" fmla="*/ 1552755 w 2139351"/>
              <a:gd name="connsiteY7" fmla="*/ 1199072 h 1503434"/>
              <a:gd name="connsiteX8" fmla="*/ 1587260 w 2139351"/>
              <a:gd name="connsiteY8" fmla="*/ 810883 h 1503434"/>
              <a:gd name="connsiteX9" fmla="*/ 1656272 w 2139351"/>
              <a:gd name="connsiteY9" fmla="*/ 957532 h 1503434"/>
              <a:gd name="connsiteX10" fmla="*/ 1708030 w 2139351"/>
              <a:gd name="connsiteY10" fmla="*/ 526211 h 1503434"/>
              <a:gd name="connsiteX11" fmla="*/ 1759789 w 2139351"/>
              <a:gd name="connsiteY11" fmla="*/ 655607 h 1503434"/>
              <a:gd name="connsiteX12" fmla="*/ 1768415 w 2139351"/>
              <a:gd name="connsiteY12" fmla="*/ 379562 h 1503434"/>
              <a:gd name="connsiteX13" fmla="*/ 1871932 w 2139351"/>
              <a:gd name="connsiteY13" fmla="*/ 715992 h 1503434"/>
              <a:gd name="connsiteX14" fmla="*/ 1940943 w 2139351"/>
              <a:gd name="connsiteY14" fmla="*/ 362309 h 1503434"/>
              <a:gd name="connsiteX15" fmla="*/ 1975449 w 2139351"/>
              <a:gd name="connsiteY15" fmla="*/ 439947 h 1503434"/>
              <a:gd name="connsiteX16" fmla="*/ 2001328 w 2139351"/>
              <a:gd name="connsiteY16" fmla="*/ 198407 h 1503434"/>
              <a:gd name="connsiteX17" fmla="*/ 2070340 w 2139351"/>
              <a:gd name="connsiteY17" fmla="*/ 310551 h 1503434"/>
              <a:gd name="connsiteX18" fmla="*/ 2139351 w 2139351"/>
              <a:gd name="connsiteY18" fmla="*/ 0 h 1503434"/>
              <a:gd name="connsiteX0" fmla="*/ 0 w 2139351"/>
              <a:gd name="connsiteY0" fmla="*/ 1466490 h 1477793"/>
              <a:gd name="connsiteX1" fmla="*/ 1018875 w 2139351"/>
              <a:gd name="connsiteY1" fmla="*/ 1432943 h 1477793"/>
              <a:gd name="connsiteX2" fmla="*/ 1241855 w 2139351"/>
              <a:gd name="connsiteY2" fmla="*/ 1211445 h 1477793"/>
              <a:gd name="connsiteX3" fmla="*/ 1318883 w 2139351"/>
              <a:gd name="connsiteY3" fmla="*/ 1342932 h 1477793"/>
              <a:gd name="connsiteX4" fmla="*/ 1337094 w 2139351"/>
              <a:gd name="connsiteY4" fmla="*/ 1078302 h 1477793"/>
              <a:gd name="connsiteX5" fmla="*/ 1414732 w 2139351"/>
              <a:gd name="connsiteY5" fmla="*/ 1328468 h 1477793"/>
              <a:gd name="connsiteX6" fmla="*/ 1466491 w 2139351"/>
              <a:gd name="connsiteY6" fmla="*/ 1078302 h 1477793"/>
              <a:gd name="connsiteX7" fmla="*/ 1552755 w 2139351"/>
              <a:gd name="connsiteY7" fmla="*/ 1199072 h 1477793"/>
              <a:gd name="connsiteX8" fmla="*/ 1587260 w 2139351"/>
              <a:gd name="connsiteY8" fmla="*/ 810883 h 1477793"/>
              <a:gd name="connsiteX9" fmla="*/ 1656272 w 2139351"/>
              <a:gd name="connsiteY9" fmla="*/ 957532 h 1477793"/>
              <a:gd name="connsiteX10" fmla="*/ 1708030 w 2139351"/>
              <a:gd name="connsiteY10" fmla="*/ 526211 h 1477793"/>
              <a:gd name="connsiteX11" fmla="*/ 1759789 w 2139351"/>
              <a:gd name="connsiteY11" fmla="*/ 655607 h 1477793"/>
              <a:gd name="connsiteX12" fmla="*/ 1768415 w 2139351"/>
              <a:gd name="connsiteY12" fmla="*/ 379562 h 1477793"/>
              <a:gd name="connsiteX13" fmla="*/ 1871932 w 2139351"/>
              <a:gd name="connsiteY13" fmla="*/ 715992 h 1477793"/>
              <a:gd name="connsiteX14" fmla="*/ 1940943 w 2139351"/>
              <a:gd name="connsiteY14" fmla="*/ 362309 h 1477793"/>
              <a:gd name="connsiteX15" fmla="*/ 1975449 w 2139351"/>
              <a:gd name="connsiteY15" fmla="*/ 439947 h 1477793"/>
              <a:gd name="connsiteX16" fmla="*/ 2001328 w 2139351"/>
              <a:gd name="connsiteY16" fmla="*/ 198407 h 1477793"/>
              <a:gd name="connsiteX17" fmla="*/ 2070340 w 2139351"/>
              <a:gd name="connsiteY17" fmla="*/ 310551 h 1477793"/>
              <a:gd name="connsiteX18" fmla="*/ 2139351 w 2139351"/>
              <a:gd name="connsiteY18" fmla="*/ 0 h 1477793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37094 w 2139351"/>
              <a:gd name="connsiteY4" fmla="*/ 10783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14732 w 2139351"/>
              <a:gd name="connsiteY5" fmla="*/ 1328468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466491 w 2139351"/>
              <a:gd name="connsiteY6" fmla="*/ 1078302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199072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87260 w 2139351"/>
              <a:gd name="connsiteY8" fmla="*/ 810883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56272 w 2139351"/>
              <a:gd name="connsiteY9" fmla="*/ 957532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708030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59789 w 2139351"/>
              <a:gd name="connsiteY11" fmla="*/ 655607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71932 w 2139351"/>
              <a:gd name="connsiteY13" fmla="*/ 715992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940943 w 2139351"/>
              <a:gd name="connsiteY14" fmla="*/ 362309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75449 w 2139351"/>
              <a:gd name="connsiteY15" fmla="*/ 439947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2001328 w 2139351"/>
              <a:gd name="connsiteY16" fmla="*/ 198407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70340 w 2139351"/>
              <a:gd name="connsiteY17" fmla="*/ 310551 h 1477957"/>
              <a:gd name="connsiteX18" fmla="*/ 2139351 w 2139351"/>
              <a:gd name="connsiteY18" fmla="*/ 0 h 1477957"/>
              <a:gd name="connsiteX0" fmla="*/ 0 w 2139351"/>
              <a:gd name="connsiteY0" fmla="*/ 1466490 h 1477957"/>
              <a:gd name="connsiteX1" fmla="*/ 1018875 w 2139351"/>
              <a:gd name="connsiteY1" fmla="*/ 1432943 h 1477957"/>
              <a:gd name="connsiteX2" fmla="*/ 1223383 w 2139351"/>
              <a:gd name="connsiteY2" fmla="*/ 1206827 h 1477957"/>
              <a:gd name="connsiteX3" fmla="*/ 1318883 w 2139351"/>
              <a:gd name="connsiteY3" fmla="*/ 1342932 h 1477957"/>
              <a:gd name="connsiteX4" fmla="*/ 1369421 w 2139351"/>
              <a:gd name="connsiteY4" fmla="*/ 1027502 h 1477957"/>
              <a:gd name="connsiteX5" fmla="*/ 1442441 w 2139351"/>
              <a:gd name="connsiteY5" fmla="*/ 1314614 h 1477957"/>
              <a:gd name="connsiteX6" fmla="*/ 1503436 w 2139351"/>
              <a:gd name="connsiteY6" fmla="*/ 939756 h 1477957"/>
              <a:gd name="connsiteX7" fmla="*/ 1552755 w 2139351"/>
              <a:gd name="connsiteY7" fmla="*/ 1226781 h 1477957"/>
              <a:gd name="connsiteX8" fmla="*/ 1591878 w 2139351"/>
              <a:gd name="connsiteY8" fmla="*/ 773938 h 1477957"/>
              <a:gd name="connsiteX9" fmla="*/ 1637800 w 2139351"/>
              <a:gd name="connsiteY9" fmla="*/ 1022186 h 1477957"/>
              <a:gd name="connsiteX10" fmla="*/ 1684939 w 2139351"/>
              <a:gd name="connsiteY10" fmla="*/ 526211 h 1477957"/>
              <a:gd name="connsiteX11" fmla="*/ 1732080 w 2139351"/>
              <a:gd name="connsiteY11" fmla="*/ 674080 h 1477957"/>
              <a:gd name="connsiteX12" fmla="*/ 1768415 w 2139351"/>
              <a:gd name="connsiteY12" fmla="*/ 379562 h 1477957"/>
              <a:gd name="connsiteX13" fmla="*/ 1821132 w 2139351"/>
              <a:gd name="connsiteY13" fmla="*/ 711373 h 1477957"/>
              <a:gd name="connsiteX14" fmla="*/ 1867052 w 2139351"/>
              <a:gd name="connsiteY14" fmla="*/ 297654 h 1477957"/>
              <a:gd name="connsiteX15" fmla="*/ 1920031 w 2139351"/>
              <a:gd name="connsiteY15" fmla="*/ 518456 h 1477957"/>
              <a:gd name="connsiteX16" fmla="*/ 1973619 w 2139351"/>
              <a:gd name="connsiteY16" fmla="*/ 193789 h 1477957"/>
              <a:gd name="connsiteX17" fmla="*/ 2028777 w 2139351"/>
              <a:gd name="connsiteY17" fmla="*/ 393678 h 1477957"/>
              <a:gd name="connsiteX18" fmla="*/ 2139351 w 2139351"/>
              <a:gd name="connsiteY18" fmla="*/ 0 h 1477957"/>
              <a:gd name="connsiteX0" fmla="*/ 0 w 2028777"/>
              <a:gd name="connsiteY0" fmla="*/ 1273915 h 1285382"/>
              <a:gd name="connsiteX1" fmla="*/ 1018875 w 2028777"/>
              <a:gd name="connsiteY1" fmla="*/ 1240368 h 1285382"/>
              <a:gd name="connsiteX2" fmla="*/ 1223383 w 2028777"/>
              <a:gd name="connsiteY2" fmla="*/ 1014252 h 1285382"/>
              <a:gd name="connsiteX3" fmla="*/ 1318883 w 2028777"/>
              <a:gd name="connsiteY3" fmla="*/ 1150357 h 1285382"/>
              <a:gd name="connsiteX4" fmla="*/ 1369421 w 2028777"/>
              <a:gd name="connsiteY4" fmla="*/ 834927 h 1285382"/>
              <a:gd name="connsiteX5" fmla="*/ 1442441 w 2028777"/>
              <a:gd name="connsiteY5" fmla="*/ 1122039 h 1285382"/>
              <a:gd name="connsiteX6" fmla="*/ 1503436 w 2028777"/>
              <a:gd name="connsiteY6" fmla="*/ 747181 h 1285382"/>
              <a:gd name="connsiteX7" fmla="*/ 1552755 w 2028777"/>
              <a:gd name="connsiteY7" fmla="*/ 1034206 h 1285382"/>
              <a:gd name="connsiteX8" fmla="*/ 1591878 w 2028777"/>
              <a:gd name="connsiteY8" fmla="*/ 581363 h 1285382"/>
              <a:gd name="connsiteX9" fmla="*/ 1637800 w 2028777"/>
              <a:gd name="connsiteY9" fmla="*/ 829611 h 1285382"/>
              <a:gd name="connsiteX10" fmla="*/ 1684939 w 2028777"/>
              <a:gd name="connsiteY10" fmla="*/ 333636 h 1285382"/>
              <a:gd name="connsiteX11" fmla="*/ 1732080 w 2028777"/>
              <a:gd name="connsiteY11" fmla="*/ 481505 h 1285382"/>
              <a:gd name="connsiteX12" fmla="*/ 1768415 w 2028777"/>
              <a:gd name="connsiteY12" fmla="*/ 186987 h 1285382"/>
              <a:gd name="connsiteX13" fmla="*/ 1821132 w 2028777"/>
              <a:gd name="connsiteY13" fmla="*/ 518798 h 1285382"/>
              <a:gd name="connsiteX14" fmla="*/ 1867052 w 2028777"/>
              <a:gd name="connsiteY14" fmla="*/ 105079 h 1285382"/>
              <a:gd name="connsiteX15" fmla="*/ 1920031 w 2028777"/>
              <a:gd name="connsiteY15" fmla="*/ 325881 h 1285382"/>
              <a:gd name="connsiteX16" fmla="*/ 1973619 w 2028777"/>
              <a:gd name="connsiteY16" fmla="*/ 1214 h 1285382"/>
              <a:gd name="connsiteX17" fmla="*/ 2028777 w 2028777"/>
              <a:gd name="connsiteY17" fmla="*/ 201103 h 1285382"/>
              <a:gd name="connsiteX0" fmla="*/ 0 w 1973619"/>
              <a:gd name="connsiteY0" fmla="*/ 1272701 h 1284168"/>
              <a:gd name="connsiteX1" fmla="*/ 1018875 w 1973619"/>
              <a:gd name="connsiteY1" fmla="*/ 1239154 h 1284168"/>
              <a:gd name="connsiteX2" fmla="*/ 1223383 w 1973619"/>
              <a:gd name="connsiteY2" fmla="*/ 1013038 h 1284168"/>
              <a:gd name="connsiteX3" fmla="*/ 1318883 w 1973619"/>
              <a:gd name="connsiteY3" fmla="*/ 1149143 h 1284168"/>
              <a:gd name="connsiteX4" fmla="*/ 1369421 w 1973619"/>
              <a:gd name="connsiteY4" fmla="*/ 833713 h 1284168"/>
              <a:gd name="connsiteX5" fmla="*/ 1442441 w 1973619"/>
              <a:gd name="connsiteY5" fmla="*/ 1120825 h 1284168"/>
              <a:gd name="connsiteX6" fmla="*/ 1503436 w 1973619"/>
              <a:gd name="connsiteY6" fmla="*/ 745967 h 1284168"/>
              <a:gd name="connsiteX7" fmla="*/ 1552755 w 1973619"/>
              <a:gd name="connsiteY7" fmla="*/ 1032992 h 1284168"/>
              <a:gd name="connsiteX8" fmla="*/ 1591878 w 1973619"/>
              <a:gd name="connsiteY8" fmla="*/ 580149 h 1284168"/>
              <a:gd name="connsiteX9" fmla="*/ 1637800 w 1973619"/>
              <a:gd name="connsiteY9" fmla="*/ 828397 h 1284168"/>
              <a:gd name="connsiteX10" fmla="*/ 1684939 w 1973619"/>
              <a:gd name="connsiteY10" fmla="*/ 332422 h 1284168"/>
              <a:gd name="connsiteX11" fmla="*/ 1732080 w 1973619"/>
              <a:gd name="connsiteY11" fmla="*/ 480291 h 1284168"/>
              <a:gd name="connsiteX12" fmla="*/ 1768415 w 1973619"/>
              <a:gd name="connsiteY12" fmla="*/ 185773 h 1284168"/>
              <a:gd name="connsiteX13" fmla="*/ 1821132 w 1973619"/>
              <a:gd name="connsiteY13" fmla="*/ 517584 h 1284168"/>
              <a:gd name="connsiteX14" fmla="*/ 1867052 w 1973619"/>
              <a:gd name="connsiteY14" fmla="*/ 103865 h 1284168"/>
              <a:gd name="connsiteX15" fmla="*/ 1920031 w 1973619"/>
              <a:gd name="connsiteY15" fmla="*/ 324667 h 1284168"/>
              <a:gd name="connsiteX16" fmla="*/ 1973619 w 1973619"/>
              <a:gd name="connsiteY16" fmla="*/ 0 h 1284168"/>
              <a:gd name="connsiteX0" fmla="*/ 0 w 1920031"/>
              <a:gd name="connsiteY0" fmla="*/ 1171497 h 1182964"/>
              <a:gd name="connsiteX1" fmla="*/ 1018875 w 1920031"/>
              <a:gd name="connsiteY1" fmla="*/ 1137950 h 1182964"/>
              <a:gd name="connsiteX2" fmla="*/ 1223383 w 1920031"/>
              <a:gd name="connsiteY2" fmla="*/ 911834 h 1182964"/>
              <a:gd name="connsiteX3" fmla="*/ 1318883 w 1920031"/>
              <a:gd name="connsiteY3" fmla="*/ 1047939 h 1182964"/>
              <a:gd name="connsiteX4" fmla="*/ 1369421 w 1920031"/>
              <a:gd name="connsiteY4" fmla="*/ 732509 h 1182964"/>
              <a:gd name="connsiteX5" fmla="*/ 1442441 w 1920031"/>
              <a:gd name="connsiteY5" fmla="*/ 1019621 h 1182964"/>
              <a:gd name="connsiteX6" fmla="*/ 1503436 w 1920031"/>
              <a:gd name="connsiteY6" fmla="*/ 644763 h 1182964"/>
              <a:gd name="connsiteX7" fmla="*/ 1552755 w 1920031"/>
              <a:gd name="connsiteY7" fmla="*/ 931788 h 1182964"/>
              <a:gd name="connsiteX8" fmla="*/ 1591878 w 1920031"/>
              <a:gd name="connsiteY8" fmla="*/ 478945 h 1182964"/>
              <a:gd name="connsiteX9" fmla="*/ 1637800 w 1920031"/>
              <a:gd name="connsiteY9" fmla="*/ 727193 h 1182964"/>
              <a:gd name="connsiteX10" fmla="*/ 1684939 w 1920031"/>
              <a:gd name="connsiteY10" fmla="*/ 231218 h 1182964"/>
              <a:gd name="connsiteX11" fmla="*/ 1732080 w 1920031"/>
              <a:gd name="connsiteY11" fmla="*/ 379087 h 1182964"/>
              <a:gd name="connsiteX12" fmla="*/ 1768415 w 1920031"/>
              <a:gd name="connsiteY12" fmla="*/ 84569 h 1182964"/>
              <a:gd name="connsiteX13" fmla="*/ 1821132 w 1920031"/>
              <a:gd name="connsiteY13" fmla="*/ 416380 h 1182964"/>
              <a:gd name="connsiteX14" fmla="*/ 1867052 w 1920031"/>
              <a:gd name="connsiteY14" fmla="*/ 2661 h 1182964"/>
              <a:gd name="connsiteX15" fmla="*/ 1920031 w 1920031"/>
              <a:gd name="connsiteY15" fmla="*/ 223463 h 1182964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21132 w 1867052"/>
              <a:gd name="connsiteY13" fmla="*/ 413719 h 1180303"/>
              <a:gd name="connsiteX14" fmla="*/ 1867052 w 1867052"/>
              <a:gd name="connsiteY14" fmla="*/ 0 h 1180303"/>
              <a:gd name="connsiteX0" fmla="*/ 0 w 1867052"/>
              <a:gd name="connsiteY0" fmla="*/ 1168836 h 1180303"/>
              <a:gd name="connsiteX1" fmla="*/ 1018875 w 1867052"/>
              <a:gd name="connsiteY1" fmla="*/ 1135289 h 1180303"/>
              <a:gd name="connsiteX2" fmla="*/ 1223383 w 1867052"/>
              <a:gd name="connsiteY2" fmla="*/ 909173 h 1180303"/>
              <a:gd name="connsiteX3" fmla="*/ 1318883 w 1867052"/>
              <a:gd name="connsiteY3" fmla="*/ 1045278 h 1180303"/>
              <a:gd name="connsiteX4" fmla="*/ 1369421 w 1867052"/>
              <a:gd name="connsiteY4" fmla="*/ 729848 h 1180303"/>
              <a:gd name="connsiteX5" fmla="*/ 1442441 w 1867052"/>
              <a:gd name="connsiteY5" fmla="*/ 1016960 h 1180303"/>
              <a:gd name="connsiteX6" fmla="*/ 1503436 w 1867052"/>
              <a:gd name="connsiteY6" fmla="*/ 642102 h 1180303"/>
              <a:gd name="connsiteX7" fmla="*/ 1552755 w 1867052"/>
              <a:gd name="connsiteY7" fmla="*/ 929127 h 1180303"/>
              <a:gd name="connsiteX8" fmla="*/ 1591878 w 1867052"/>
              <a:gd name="connsiteY8" fmla="*/ 476284 h 1180303"/>
              <a:gd name="connsiteX9" fmla="*/ 1637800 w 1867052"/>
              <a:gd name="connsiteY9" fmla="*/ 724532 h 1180303"/>
              <a:gd name="connsiteX10" fmla="*/ 1684939 w 1867052"/>
              <a:gd name="connsiteY10" fmla="*/ 228557 h 1180303"/>
              <a:gd name="connsiteX11" fmla="*/ 1732080 w 1867052"/>
              <a:gd name="connsiteY11" fmla="*/ 376426 h 1180303"/>
              <a:gd name="connsiteX12" fmla="*/ 1768415 w 1867052"/>
              <a:gd name="connsiteY12" fmla="*/ 81908 h 1180303"/>
              <a:gd name="connsiteX13" fmla="*/ 1867052 w 1867052"/>
              <a:gd name="connsiteY13" fmla="*/ 0 h 1180303"/>
              <a:gd name="connsiteX0" fmla="*/ 0 w 1768415"/>
              <a:gd name="connsiteY0" fmla="*/ 1086928 h 1098395"/>
              <a:gd name="connsiteX1" fmla="*/ 1018875 w 1768415"/>
              <a:gd name="connsiteY1" fmla="*/ 1053381 h 1098395"/>
              <a:gd name="connsiteX2" fmla="*/ 1223383 w 1768415"/>
              <a:gd name="connsiteY2" fmla="*/ 827265 h 1098395"/>
              <a:gd name="connsiteX3" fmla="*/ 1318883 w 1768415"/>
              <a:gd name="connsiteY3" fmla="*/ 963370 h 1098395"/>
              <a:gd name="connsiteX4" fmla="*/ 1369421 w 1768415"/>
              <a:gd name="connsiteY4" fmla="*/ 647940 h 1098395"/>
              <a:gd name="connsiteX5" fmla="*/ 1442441 w 1768415"/>
              <a:gd name="connsiteY5" fmla="*/ 935052 h 1098395"/>
              <a:gd name="connsiteX6" fmla="*/ 1503436 w 1768415"/>
              <a:gd name="connsiteY6" fmla="*/ 560194 h 1098395"/>
              <a:gd name="connsiteX7" fmla="*/ 1552755 w 1768415"/>
              <a:gd name="connsiteY7" fmla="*/ 847219 h 1098395"/>
              <a:gd name="connsiteX8" fmla="*/ 1591878 w 1768415"/>
              <a:gd name="connsiteY8" fmla="*/ 394376 h 1098395"/>
              <a:gd name="connsiteX9" fmla="*/ 1637800 w 1768415"/>
              <a:gd name="connsiteY9" fmla="*/ 642624 h 1098395"/>
              <a:gd name="connsiteX10" fmla="*/ 1684939 w 1768415"/>
              <a:gd name="connsiteY10" fmla="*/ 146649 h 1098395"/>
              <a:gd name="connsiteX11" fmla="*/ 1732080 w 1768415"/>
              <a:gd name="connsiteY11" fmla="*/ 294518 h 1098395"/>
              <a:gd name="connsiteX12" fmla="*/ 1768415 w 1768415"/>
              <a:gd name="connsiteY12" fmla="*/ 0 h 1098395"/>
              <a:gd name="connsiteX0" fmla="*/ 0 w 1732080"/>
              <a:gd name="connsiteY0" fmla="*/ 949686 h 961153"/>
              <a:gd name="connsiteX1" fmla="*/ 1018875 w 1732080"/>
              <a:gd name="connsiteY1" fmla="*/ 916139 h 961153"/>
              <a:gd name="connsiteX2" fmla="*/ 1223383 w 1732080"/>
              <a:gd name="connsiteY2" fmla="*/ 690023 h 961153"/>
              <a:gd name="connsiteX3" fmla="*/ 1318883 w 1732080"/>
              <a:gd name="connsiteY3" fmla="*/ 826128 h 961153"/>
              <a:gd name="connsiteX4" fmla="*/ 1369421 w 1732080"/>
              <a:gd name="connsiteY4" fmla="*/ 510698 h 961153"/>
              <a:gd name="connsiteX5" fmla="*/ 1442441 w 1732080"/>
              <a:gd name="connsiteY5" fmla="*/ 797810 h 961153"/>
              <a:gd name="connsiteX6" fmla="*/ 1503436 w 1732080"/>
              <a:gd name="connsiteY6" fmla="*/ 422952 h 961153"/>
              <a:gd name="connsiteX7" fmla="*/ 1552755 w 1732080"/>
              <a:gd name="connsiteY7" fmla="*/ 709977 h 961153"/>
              <a:gd name="connsiteX8" fmla="*/ 1591878 w 1732080"/>
              <a:gd name="connsiteY8" fmla="*/ 257134 h 961153"/>
              <a:gd name="connsiteX9" fmla="*/ 1637800 w 1732080"/>
              <a:gd name="connsiteY9" fmla="*/ 505382 h 961153"/>
              <a:gd name="connsiteX10" fmla="*/ 1684939 w 1732080"/>
              <a:gd name="connsiteY10" fmla="*/ 9407 h 961153"/>
              <a:gd name="connsiteX11" fmla="*/ 1732080 w 1732080"/>
              <a:gd name="connsiteY11" fmla="*/ 157276 h 961153"/>
              <a:gd name="connsiteX0" fmla="*/ 0 w 1684939"/>
              <a:gd name="connsiteY0" fmla="*/ 940279 h 951746"/>
              <a:gd name="connsiteX1" fmla="*/ 1018875 w 1684939"/>
              <a:gd name="connsiteY1" fmla="*/ 906732 h 951746"/>
              <a:gd name="connsiteX2" fmla="*/ 1223383 w 1684939"/>
              <a:gd name="connsiteY2" fmla="*/ 680616 h 951746"/>
              <a:gd name="connsiteX3" fmla="*/ 1318883 w 1684939"/>
              <a:gd name="connsiteY3" fmla="*/ 816721 h 951746"/>
              <a:gd name="connsiteX4" fmla="*/ 1369421 w 1684939"/>
              <a:gd name="connsiteY4" fmla="*/ 501291 h 951746"/>
              <a:gd name="connsiteX5" fmla="*/ 1442441 w 1684939"/>
              <a:gd name="connsiteY5" fmla="*/ 788403 h 951746"/>
              <a:gd name="connsiteX6" fmla="*/ 1503436 w 1684939"/>
              <a:gd name="connsiteY6" fmla="*/ 413545 h 951746"/>
              <a:gd name="connsiteX7" fmla="*/ 1552755 w 1684939"/>
              <a:gd name="connsiteY7" fmla="*/ 700570 h 951746"/>
              <a:gd name="connsiteX8" fmla="*/ 1591878 w 1684939"/>
              <a:gd name="connsiteY8" fmla="*/ 247727 h 951746"/>
              <a:gd name="connsiteX9" fmla="*/ 1637800 w 1684939"/>
              <a:gd name="connsiteY9" fmla="*/ 495975 h 951746"/>
              <a:gd name="connsiteX10" fmla="*/ 1684939 w 1684939"/>
              <a:gd name="connsiteY10" fmla="*/ 0 h 951746"/>
              <a:gd name="connsiteX0" fmla="*/ 0 w 1637800"/>
              <a:gd name="connsiteY0" fmla="*/ 695075 h 706542"/>
              <a:gd name="connsiteX1" fmla="*/ 1018875 w 1637800"/>
              <a:gd name="connsiteY1" fmla="*/ 661528 h 706542"/>
              <a:gd name="connsiteX2" fmla="*/ 1223383 w 1637800"/>
              <a:gd name="connsiteY2" fmla="*/ 435412 h 706542"/>
              <a:gd name="connsiteX3" fmla="*/ 1318883 w 1637800"/>
              <a:gd name="connsiteY3" fmla="*/ 571517 h 706542"/>
              <a:gd name="connsiteX4" fmla="*/ 1369421 w 1637800"/>
              <a:gd name="connsiteY4" fmla="*/ 256087 h 706542"/>
              <a:gd name="connsiteX5" fmla="*/ 1442441 w 1637800"/>
              <a:gd name="connsiteY5" fmla="*/ 543199 h 706542"/>
              <a:gd name="connsiteX6" fmla="*/ 1503436 w 1637800"/>
              <a:gd name="connsiteY6" fmla="*/ 168341 h 706542"/>
              <a:gd name="connsiteX7" fmla="*/ 1552755 w 1637800"/>
              <a:gd name="connsiteY7" fmla="*/ 455366 h 706542"/>
              <a:gd name="connsiteX8" fmla="*/ 1591878 w 1637800"/>
              <a:gd name="connsiteY8" fmla="*/ 2523 h 706542"/>
              <a:gd name="connsiteX9" fmla="*/ 1637800 w 1637800"/>
              <a:gd name="connsiteY9" fmla="*/ 250771 h 706542"/>
              <a:gd name="connsiteX0" fmla="*/ 0 w 1591878"/>
              <a:gd name="connsiteY0" fmla="*/ 692552 h 704019"/>
              <a:gd name="connsiteX1" fmla="*/ 1018875 w 1591878"/>
              <a:gd name="connsiteY1" fmla="*/ 659005 h 704019"/>
              <a:gd name="connsiteX2" fmla="*/ 1223383 w 1591878"/>
              <a:gd name="connsiteY2" fmla="*/ 432889 h 704019"/>
              <a:gd name="connsiteX3" fmla="*/ 1318883 w 1591878"/>
              <a:gd name="connsiteY3" fmla="*/ 568994 h 704019"/>
              <a:gd name="connsiteX4" fmla="*/ 1369421 w 1591878"/>
              <a:gd name="connsiteY4" fmla="*/ 253564 h 704019"/>
              <a:gd name="connsiteX5" fmla="*/ 1442441 w 1591878"/>
              <a:gd name="connsiteY5" fmla="*/ 540676 h 704019"/>
              <a:gd name="connsiteX6" fmla="*/ 1503436 w 1591878"/>
              <a:gd name="connsiteY6" fmla="*/ 165818 h 704019"/>
              <a:gd name="connsiteX7" fmla="*/ 1552755 w 1591878"/>
              <a:gd name="connsiteY7" fmla="*/ 452843 h 704019"/>
              <a:gd name="connsiteX8" fmla="*/ 1591878 w 1591878"/>
              <a:gd name="connsiteY8" fmla="*/ 0 h 704019"/>
              <a:gd name="connsiteX0" fmla="*/ 0 w 1552755"/>
              <a:gd name="connsiteY0" fmla="*/ 527209 h 538676"/>
              <a:gd name="connsiteX1" fmla="*/ 1018875 w 1552755"/>
              <a:gd name="connsiteY1" fmla="*/ 493662 h 538676"/>
              <a:gd name="connsiteX2" fmla="*/ 1223383 w 1552755"/>
              <a:gd name="connsiteY2" fmla="*/ 267546 h 538676"/>
              <a:gd name="connsiteX3" fmla="*/ 1318883 w 1552755"/>
              <a:gd name="connsiteY3" fmla="*/ 403651 h 538676"/>
              <a:gd name="connsiteX4" fmla="*/ 1369421 w 1552755"/>
              <a:gd name="connsiteY4" fmla="*/ 88221 h 538676"/>
              <a:gd name="connsiteX5" fmla="*/ 1442441 w 1552755"/>
              <a:gd name="connsiteY5" fmla="*/ 375333 h 538676"/>
              <a:gd name="connsiteX6" fmla="*/ 1503436 w 1552755"/>
              <a:gd name="connsiteY6" fmla="*/ 475 h 538676"/>
              <a:gd name="connsiteX7" fmla="*/ 1552755 w 1552755"/>
              <a:gd name="connsiteY7" fmla="*/ 287500 h 538676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442441 w 2268574"/>
              <a:gd name="connsiteY5" fmla="*/ 420342 h 583685"/>
              <a:gd name="connsiteX6" fmla="*/ 1503436 w 2268574"/>
              <a:gd name="connsiteY6" fmla="*/ 45484 h 583685"/>
              <a:gd name="connsiteX7" fmla="*/ 2268574 w 2268574"/>
              <a:gd name="connsiteY7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369421 w 2268574"/>
              <a:gd name="connsiteY4" fmla="*/ 133230 h 583685"/>
              <a:gd name="connsiteX5" fmla="*/ 1503436 w 2268574"/>
              <a:gd name="connsiteY5" fmla="*/ 45484 h 583685"/>
              <a:gd name="connsiteX6" fmla="*/ 2268574 w 2268574"/>
              <a:gd name="connsiteY6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1503436 w 2268574"/>
              <a:gd name="connsiteY4" fmla="*/ 45484 h 583685"/>
              <a:gd name="connsiteX5" fmla="*/ 2268574 w 2268574"/>
              <a:gd name="connsiteY5" fmla="*/ 0 h 583685"/>
              <a:gd name="connsiteX0" fmla="*/ 0 w 2268574"/>
              <a:gd name="connsiteY0" fmla="*/ 572218 h 583685"/>
              <a:gd name="connsiteX1" fmla="*/ 1018875 w 2268574"/>
              <a:gd name="connsiteY1" fmla="*/ 538671 h 583685"/>
              <a:gd name="connsiteX2" fmla="*/ 1223383 w 2268574"/>
              <a:gd name="connsiteY2" fmla="*/ 312555 h 583685"/>
              <a:gd name="connsiteX3" fmla="*/ 1318883 w 2268574"/>
              <a:gd name="connsiteY3" fmla="*/ 448660 h 583685"/>
              <a:gd name="connsiteX4" fmla="*/ 2268574 w 2268574"/>
              <a:gd name="connsiteY4" fmla="*/ 0 h 583685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59338"/>
              <a:gd name="connsiteY0" fmla="*/ 276705 h 288172"/>
              <a:gd name="connsiteX1" fmla="*/ 1018875 w 2259338"/>
              <a:gd name="connsiteY1" fmla="*/ 243158 h 288172"/>
              <a:gd name="connsiteX2" fmla="*/ 1223383 w 2259338"/>
              <a:gd name="connsiteY2" fmla="*/ 17042 h 288172"/>
              <a:gd name="connsiteX3" fmla="*/ 1318883 w 2259338"/>
              <a:gd name="connsiteY3" fmla="*/ 153147 h 288172"/>
              <a:gd name="connsiteX4" fmla="*/ 2259338 w 2259338"/>
              <a:gd name="connsiteY4" fmla="*/ 64705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0865"/>
              <a:gd name="connsiteY0" fmla="*/ 276705 h 288172"/>
              <a:gd name="connsiteX1" fmla="*/ 1018875 w 2240865"/>
              <a:gd name="connsiteY1" fmla="*/ 243158 h 288172"/>
              <a:gd name="connsiteX2" fmla="*/ 1223383 w 2240865"/>
              <a:gd name="connsiteY2" fmla="*/ 17042 h 288172"/>
              <a:gd name="connsiteX3" fmla="*/ 1318883 w 2240865"/>
              <a:gd name="connsiteY3" fmla="*/ 153147 h 288172"/>
              <a:gd name="connsiteX4" fmla="*/ 2240865 w 2240865"/>
              <a:gd name="connsiteY4" fmla="*/ 124741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76705 h 288172"/>
              <a:gd name="connsiteX1" fmla="*/ 1018875 w 2245483"/>
              <a:gd name="connsiteY1" fmla="*/ 243158 h 288172"/>
              <a:gd name="connsiteX2" fmla="*/ 1223383 w 2245483"/>
              <a:gd name="connsiteY2" fmla="*/ 17042 h 288172"/>
              <a:gd name="connsiteX3" fmla="*/ 1318883 w 2245483"/>
              <a:gd name="connsiteY3" fmla="*/ 153147 h 288172"/>
              <a:gd name="connsiteX4" fmla="*/ 2245483 w 2245483"/>
              <a:gd name="connsiteY4" fmla="*/ 161686 h 288172"/>
              <a:gd name="connsiteX0" fmla="*/ 0 w 2245483"/>
              <a:gd name="connsiteY0" fmla="*/ 211046 h 220336"/>
              <a:gd name="connsiteX1" fmla="*/ 1018875 w 2245483"/>
              <a:gd name="connsiteY1" fmla="*/ 177499 h 220336"/>
              <a:gd name="connsiteX2" fmla="*/ 1251092 w 2245483"/>
              <a:gd name="connsiteY2" fmla="*/ 20656 h 220336"/>
              <a:gd name="connsiteX3" fmla="*/ 1318883 w 2245483"/>
              <a:gd name="connsiteY3" fmla="*/ 87488 h 220336"/>
              <a:gd name="connsiteX4" fmla="*/ 2245483 w 2245483"/>
              <a:gd name="connsiteY4" fmla="*/ 96027 h 220336"/>
              <a:gd name="connsiteX0" fmla="*/ 0 w 2245483"/>
              <a:gd name="connsiteY0" fmla="*/ 123558 h 131271"/>
              <a:gd name="connsiteX1" fmla="*/ 1018875 w 2245483"/>
              <a:gd name="connsiteY1" fmla="*/ 90011 h 131271"/>
              <a:gd name="connsiteX2" fmla="*/ 1318883 w 2245483"/>
              <a:gd name="connsiteY2" fmla="*/ 0 h 131271"/>
              <a:gd name="connsiteX3" fmla="*/ 2245483 w 2245483"/>
              <a:gd name="connsiteY3" fmla="*/ 8539 h 131271"/>
              <a:gd name="connsiteX0" fmla="*/ 0 w 2245483"/>
              <a:gd name="connsiteY0" fmla="*/ 229776 h 240230"/>
              <a:gd name="connsiteX1" fmla="*/ 1018875 w 2245483"/>
              <a:gd name="connsiteY1" fmla="*/ 196229 h 240230"/>
              <a:gd name="connsiteX2" fmla="*/ 1305029 w 2245483"/>
              <a:gd name="connsiteY2" fmla="*/ 0 h 240230"/>
              <a:gd name="connsiteX3" fmla="*/ 2245483 w 2245483"/>
              <a:gd name="connsiteY3" fmla="*/ 114757 h 240230"/>
              <a:gd name="connsiteX0" fmla="*/ 0 w 2236247"/>
              <a:gd name="connsiteY0" fmla="*/ 238867 h 249321"/>
              <a:gd name="connsiteX1" fmla="*/ 1018875 w 2236247"/>
              <a:gd name="connsiteY1" fmla="*/ 205320 h 249321"/>
              <a:gd name="connsiteX2" fmla="*/ 1305029 w 2236247"/>
              <a:gd name="connsiteY2" fmla="*/ 9091 h 249321"/>
              <a:gd name="connsiteX3" fmla="*/ 2236247 w 2236247"/>
              <a:gd name="connsiteY3" fmla="*/ 26866 h 249321"/>
              <a:gd name="connsiteX0" fmla="*/ 0 w 2236247"/>
              <a:gd name="connsiteY0" fmla="*/ 244816 h 255270"/>
              <a:gd name="connsiteX1" fmla="*/ 1018875 w 2236247"/>
              <a:gd name="connsiteY1" fmla="*/ 211269 h 255270"/>
              <a:gd name="connsiteX2" fmla="*/ 1305029 w 2236247"/>
              <a:gd name="connsiteY2" fmla="*/ 15040 h 255270"/>
              <a:gd name="connsiteX3" fmla="*/ 2236247 w 2236247"/>
              <a:gd name="connsiteY3" fmla="*/ 9724 h 25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6247" h="255270">
                <a:moveTo>
                  <a:pt x="0" y="244816"/>
                </a:moveTo>
                <a:cubicBezTo>
                  <a:pt x="436352" y="268538"/>
                  <a:pt x="801370" y="249565"/>
                  <a:pt x="1018875" y="211269"/>
                </a:cubicBezTo>
                <a:cubicBezTo>
                  <a:pt x="1236380" y="172973"/>
                  <a:pt x="1102134" y="48631"/>
                  <a:pt x="1305029" y="15040"/>
                </a:cubicBezTo>
                <a:cubicBezTo>
                  <a:pt x="1507924" y="-18551"/>
                  <a:pt x="1964504" y="15450"/>
                  <a:pt x="2236247" y="9724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EA9CABB-7540-67C7-7264-4CC052611A3F}"/>
              </a:ext>
            </a:extLst>
          </p:cNvPr>
          <p:cNvGrpSpPr/>
          <p:nvPr/>
        </p:nvGrpSpPr>
        <p:grpSpPr>
          <a:xfrm>
            <a:off x="-1980" y="1288922"/>
            <a:ext cx="3380535" cy="2413697"/>
            <a:chOff x="-327546" y="1255117"/>
            <a:chExt cx="3380535" cy="2413697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5DE302A0-1673-5AB8-80A0-0A3F03583977}"/>
                </a:ext>
              </a:extLst>
            </p:cNvPr>
            <p:cNvGrpSpPr/>
            <p:nvPr/>
          </p:nvGrpSpPr>
          <p:grpSpPr>
            <a:xfrm>
              <a:off x="-327546" y="1255117"/>
              <a:ext cx="3380535" cy="1479039"/>
              <a:chOff x="7440148" y="1752140"/>
              <a:chExt cx="5474772" cy="2644394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1FAEF8B3-9271-821A-616E-4E960087B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rgbClr val="007681">
                    <a:shade val="45000"/>
                    <a:satMod val="135000"/>
                  </a:srgbClr>
                  <a:prstClr val="white"/>
                </a:duotone>
                <a:alphaModFix amt="39000"/>
              </a:blip>
              <a:stretch>
                <a:fillRect/>
              </a:stretch>
            </p:blipFill>
            <p:spPr>
              <a:xfrm flipH="1">
                <a:off x="8749238" y="2738750"/>
                <a:ext cx="3417416" cy="1423128"/>
              </a:xfrm>
              <a:prstGeom prst="rect">
                <a:avLst/>
              </a:prstGeom>
            </p:spPr>
          </p:pic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92CBF5CE-7A52-DEC3-FD8F-D06886304F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32141" y="3485643"/>
                <a:ext cx="2163589" cy="0"/>
              </a:xfrm>
              <a:prstGeom prst="line">
                <a:avLst/>
              </a:prstGeom>
              <a:noFill/>
              <a:ln w="44450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  <a:miter lim="800000"/>
                <a:headEnd type="triangle" w="med" len="med"/>
                <a:tailEnd type="none" w="med" len="med"/>
              </a:ln>
              <a:effectLst/>
            </p:spPr>
          </p:cxnSp>
          <p:sp>
            <p:nvSpPr>
              <p:cNvPr id="198" name="Text Box 2">
                <a:extLst>
                  <a:ext uri="{FF2B5EF4-FFF2-40B4-BE49-F238E27FC236}">
                    <a16:creationId xmlns:a16="http://schemas.microsoft.com/office/drawing/2014/main" id="{DFB90E81-0FB4-98EF-DF29-A6DCD4BA80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40148" y="2875406"/>
                <a:ext cx="1761623" cy="9136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sz="1200" u="sng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Consumption</a:t>
                </a:r>
              </a:p>
            </p:txBody>
          </p:sp>
          <p:sp>
            <p:nvSpPr>
              <p:cNvPr id="199" name="Text Box 2">
                <a:extLst>
                  <a:ext uri="{FF2B5EF4-FFF2-40B4-BE49-F238E27FC236}">
                    <a16:creationId xmlns:a16="http://schemas.microsoft.com/office/drawing/2014/main" id="{BD7E30C5-049B-51EF-E866-3E34B00B54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50028" y="2190694"/>
                <a:ext cx="1737310" cy="429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sz="1200" u="sng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Metabolism</a:t>
                </a:r>
              </a:p>
            </p:txBody>
          </p:sp>
          <p:cxnSp>
            <p:nvCxnSpPr>
              <p:cNvPr id="200" name="Rak pil 14">
                <a:extLst>
                  <a:ext uri="{FF2B5EF4-FFF2-40B4-BE49-F238E27FC236}">
                    <a16:creationId xmlns:a16="http://schemas.microsoft.com/office/drawing/2014/main" id="{22F9AC3C-DC0F-7370-EA9F-D4B17C6DD4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3125" y="2501654"/>
                <a:ext cx="375551" cy="925208"/>
              </a:xfrm>
              <a:prstGeom prst="straightConnector1">
                <a:avLst/>
              </a:prstGeom>
              <a:noFill/>
              <a:ln w="44450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ysDot"/>
                <a:miter lim="800000"/>
                <a:tailEnd type="triangle"/>
              </a:ln>
              <a:effectLst/>
            </p:spPr>
          </p:cxnSp>
          <p:cxnSp>
            <p:nvCxnSpPr>
              <p:cNvPr id="201" name="Rak pil 16">
                <a:extLst>
                  <a:ext uri="{FF2B5EF4-FFF2-40B4-BE49-F238E27FC236}">
                    <a16:creationId xmlns:a16="http://schemas.microsoft.com/office/drawing/2014/main" id="{B09D3A28-6899-7F98-2A53-ADA1AFFD8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4549" y="3598898"/>
                <a:ext cx="676840" cy="531292"/>
              </a:xfrm>
              <a:prstGeom prst="straightConnector1">
                <a:avLst/>
              </a:prstGeom>
              <a:noFill/>
              <a:ln w="44450" cap="flat" cmpd="sng" algn="ctr">
                <a:solidFill>
                  <a:sysClr val="windowText" lastClr="000000">
                    <a:lumMod val="85000"/>
                    <a:lumOff val="15000"/>
                  </a:sysClr>
                </a:solidFill>
                <a:prstDash val="sysDot"/>
                <a:miter lim="800000"/>
                <a:tailEnd type="triangle"/>
              </a:ln>
              <a:effectLst/>
            </p:spPr>
          </p:cxnSp>
          <p:sp>
            <p:nvSpPr>
              <p:cNvPr id="202" name="Ellips 25">
                <a:extLst>
                  <a:ext uri="{FF2B5EF4-FFF2-40B4-BE49-F238E27FC236}">
                    <a16:creationId xmlns:a16="http://schemas.microsoft.com/office/drawing/2014/main" id="{2A675E5A-581C-D906-3FAF-B39F21D14BAC}"/>
                  </a:ext>
                </a:extLst>
              </p:cNvPr>
              <p:cNvSpPr/>
              <p:nvPr/>
            </p:nvSpPr>
            <p:spPr>
              <a:xfrm rot="15843108">
                <a:off x="10921082" y="4122846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3" name="Text Box 2">
                <a:extLst>
                  <a:ext uri="{FF2B5EF4-FFF2-40B4-BE49-F238E27FC236}">
                    <a16:creationId xmlns:a16="http://schemas.microsoft.com/office/drawing/2014/main" id="{5B86C552-8967-6AB1-9094-EE6D88847D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71731" y="4165221"/>
                <a:ext cx="1898044" cy="2313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/>
                <a:r>
                  <a:rPr lang="en-SE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Reproduction</a:t>
                </a:r>
              </a:p>
            </p:txBody>
          </p:sp>
          <p:sp>
            <p:nvSpPr>
              <p:cNvPr id="204" name="Text Box 2">
                <a:extLst>
                  <a:ext uri="{FF2B5EF4-FFF2-40B4-BE49-F238E27FC236}">
                    <a16:creationId xmlns:a16="http://schemas.microsoft.com/office/drawing/2014/main" id="{9626F758-BA94-EE12-71FA-34EFDC5366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93765" y="3290383"/>
                <a:ext cx="1737311" cy="4295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algn="ctr"/>
                <a:r>
                  <a:rPr lang="en-SE" sz="12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Growth</a:t>
                </a:r>
              </a:p>
            </p:txBody>
          </p:sp>
          <p:sp>
            <p:nvSpPr>
              <p:cNvPr id="207" name="Ellips 25">
                <a:extLst>
                  <a:ext uri="{FF2B5EF4-FFF2-40B4-BE49-F238E27FC236}">
                    <a16:creationId xmlns:a16="http://schemas.microsoft.com/office/drawing/2014/main" id="{00B435D7-7DC5-487B-EF24-FEAB3A09FC78}"/>
                  </a:ext>
                </a:extLst>
              </p:cNvPr>
              <p:cNvSpPr/>
              <p:nvPr/>
            </p:nvSpPr>
            <p:spPr>
              <a:xfrm rot="15843108">
                <a:off x="10873980" y="3992148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8" name="Ellips 25">
                <a:extLst>
                  <a:ext uri="{FF2B5EF4-FFF2-40B4-BE49-F238E27FC236}">
                    <a16:creationId xmlns:a16="http://schemas.microsoft.com/office/drawing/2014/main" id="{F583EDE2-2D2C-219D-3BFA-708EF3E558B2}"/>
                  </a:ext>
                </a:extLst>
              </p:cNvPr>
              <p:cNvSpPr/>
              <p:nvPr/>
            </p:nvSpPr>
            <p:spPr>
              <a:xfrm rot="15843108">
                <a:off x="10733801" y="4146063"/>
                <a:ext cx="57166" cy="5716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12700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Text Box 2">
                <a:extLst>
                  <a:ext uri="{FF2B5EF4-FFF2-40B4-BE49-F238E27FC236}">
                    <a16:creationId xmlns:a16="http://schemas.microsoft.com/office/drawing/2014/main" id="{E63997D2-BBA6-644E-79CD-BD7EFD92D5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95737" y="1752140"/>
                <a:ext cx="2219183" cy="7588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SE" sz="1200" u="sng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Background mortality</a:t>
                </a:r>
              </a:p>
            </p:txBody>
          </p:sp>
          <p:cxnSp>
            <p:nvCxnSpPr>
              <p:cNvPr id="211" name="Rak pil 14">
                <a:extLst>
                  <a:ext uri="{FF2B5EF4-FFF2-40B4-BE49-F238E27FC236}">
                    <a16:creationId xmlns:a16="http://schemas.microsoft.com/office/drawing/2014/main" id="{D4EB3013-8097-05C0-9F0E-888E6F5B2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16852" y="2506299"/>
                <a:ext cx="137893" cy="341648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triangle"/>
              </a:ln>
              <a:effectLst/>
            </p:spPr>
          </p:cxnSp>
          <p:cxnSp>
            <p:nvCxnSpPr>
              <p:cNvPr id="213" name="Rak pil 14">
                <a:extLst>
                  <a:ext uri="{FF2B5EF4-FFF2-40B4-BE49-F238E27FC236}">
                    <a16:creationId xmlns:a16="http://schemas.microsoft.com/office/drawing/2014/main" id="{30F5179F-3334-6CF8-EB7C-45FA119CA8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21816" y="2782048"/>
                <a:ext cx="401010" cy="186716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none"/>
              </a:ln>
              <a:effectLst/>
            </p:spPr>
          </p:cxnSp>
          <p:cxnSp>
            <p:nvCxnSpPr>
              <p:cNvPr id="214" name="Rak pil 14">
                <a:extLst>
                  <a:ext uri="{FF2B5EF4-FFF2-40B4-BE49-F238E27FC236}">
                    <a16:creationId xmlns:a16="http://schemas.microsoft.com/office/drawing/2014/main" id="{50566A61-4261-8D1E-B371-CB40CEF234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589897" y="2847947"/>
                <a:ext cx="401010" cy="186716"/>
              </a:xfrm>
              <a:prstGeom prst="straightConnector1">
                <a:avLst/>
              </a:prstGeom>
              <a:noFill/>
              <a:ln w="44450" cap="flat" cmpd="sng" algn="ctr">
                <a:solidFill>
                  <a:schemeClr val="bg2">
                    <a:lumMod val="75000"/>
                  </a:schemeClr>
                </a:solidFill>
                <a:prstDash val="lgDash"/>
                <a:miter lim="800000"/>
                <a:tailEnd type="none"/>
              </a:ln>
              <a:effectLst/>
            </p:spPr>
          </p:cxnSp>
        </p:grp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04498CFA-FDAA-77D4-3820-881A57491EFC}"/>
                </a:ext>
              </a:extLst>
            </p:cNvPr>
            <p:cNvSpPr/>
            <p:nvPr/>
          </p:nvSpPr>
          <p:spPr>
            <a:xfrm>
              <a:off x="482212" y="2999104"/>
              <a:ext cx="2110170" cy="66971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Scale </a:t>
              </a:r>
              <a:r>
                <a:rPr lang="en-SE" sz="1400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bioenergetic</a:t>
              </a:r>
              <a:r>
                <a:rPr lang="en-SE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processes with temperature </a:t>
              </a:r>
            </a:p>
          </p:txBody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369A943-12E1-A1A2-3A87-F8D6C177F5D8}"/>
              </a:ext>
            </a:extLst>
          </p:cNvPr>
          <p:cNvSpPr/>
          <p:nvPr/>
        </p:nvSpPr>
        <p:spPr>
          <a:xfrm>
            <a:off x="6697796" y="3058796"/>
            <a:ext cx="2265905" cy="106495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E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 Project model with </a:t>
            </a:r>
            <a:r>
              <a:rPr lang="en-SE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predicted </a:t>
            </a:r>
            <a:r>
              <a:rPr lang="en-SE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temperatures to 2050: evaluate size metrics of food web and contrast direct physiological impacts </a:t>
            </a:r>
            <a:r>
              <a:rPr lang="en-SE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bottom-up </a:t>
            </a:r>
            <a:r>
              <a:rPr lang="en-SE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processes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6FE9A21-DDD1-E45E-70E1-C29E71769245}"/>
              </a:ext>
            </a:extLst>
          </p:cNvPr>
          <p:cNvSpPr/>
          <p:nvPr/>
        </p:nvSpPr>
        <p:spPr>
          <a:xfrm>
            <a:off x="9637055" y="3054534"/>
            <a:ext cx="2235867" cy="107170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E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Project 200 yrs with a range of constant temperatures and fishing mortalities: evaluate joint effects of warming and fishing on fisheries yield and sustainable exploitation levels</a:t>
            </a:r>
          </a:p>
        </p:txBody>
      </p:sp>
      <p:sp>
        <p:nvSpPr>
          <p:cNvPr id="223" name="Rubrik 1">
            <a:extLst>
              <a:ext uri="{FF2B5EF4-FFF2-40B4-BE49-F238E27FC236}">
                <a16:creationId xmlns:a16="http://schemas.microsoft.com/office/drawing/2014/main" id="{C1F8486D-DDE6-6981-3E96-D2F19CFC1355}"/>
              </a:ext>
            </a:extLst>
          </p:cNvPr>
          <p:cNvSpPr txBox="1">
            <a:spLocks/>
          </p:cNvSpPr>
          <p:nvPr/>
        </p:nvSpPr>
        <p:spPr>
          <a:xfrm>
            <a:off x="6718475" y="659447"/>
            <a:ext cx="430356" cy="522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1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Rubrik 1">
            <a:extLst>
              <a:ext uri="{FF2B5EF4-FFF2-40B4-BE49-F238E27FC236}">
                <a16:creationId xmlns:a16="http://schemas.microsoft.com/office/drawing/2014/main" id="{4BA1451A-706D-C4F3-CF86-7BD31B45C201}"/>
              </a:ext>
            </a:extLst>
          </p:cNvPr>
          <p:cNvSpPr txBox="1">
            <a:spLocks/>
          </p:cNvSpPr>
          <p:nvPr/>
        </p:nvSpPr>
        <p:spPr>
          <a:xfrm>
            <a:off x="9667349" y="659446"/>
            <a:ext cx="430356" cy="522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en-US" sz="1800" dirty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37B75F-61CB-E27D-F7F2-4C3DD92C2780}"/>
              </a:ext>
            </a:extLst>
          </p:cNvPr>
          <p:cNvGrpSpPr/>
          <p:nvPr/>
        </p:nvGrpSpPr>
        <p:grpSpPr>
          <a:xfrm>
            <a:off x="590026" y="4908570"/>
            <a:ext cx="2448603" cy="1949430"/>
            <a:chOff x="201735" y="4884821"/>
            <a:chExt cx="2448603" cy="1949430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FB4C1F93-722C-2E69-97DB-A58302117D8A}"/>
                </a:ext>
              </a:extLst>
            </p:cNvPr>
            <p:cNvGrpSpPr/>
            <p:nvPr/>
          </p:nvGrpSpPr>
          <p:grpSpPr>
            <a:xfrm>
              <a:off x="201735" y="4895108"/>
              <a:ext cx="2396128" cy="1939143"/>
              <a:chOff x="-756393" y="1625129"/>
              <a:chExt cx="6648234" cy="5380296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C46D7F5A-D41D-7BC0-EBF4-E668F1433425}"/>
                  </a:ext>
                </a:extLst>
              </p:cNvPr>
              <p:cNvGrpSpPr/>
              <p:nvPr/>
            </p:nvGrpSpPr>
            <p:grpSpPr>
              <a:xfrm>
                <a:off x="-756393" y="1625129"/>
                <a:ext cx="6648234" cy="5380296"/>
                <a:chOff x="5838967" y="2413854"/>
                <a:chExt cx="4143515" cy="3579707"/>
              </a:xfrm>
            </p:grpSpPr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2D49FD8E-2656-3595-A667-A2E8286C3059}"/>
                    </a:ext>
                  </a:extLst>
                </p:cNvPr>
                <p:cNvCxnSpPr/>
                <p:nvPr/>
              </p:nvCxnSpPr>
              <p:spPr>
                <a:xfrm>
                  <a:off x="6575698" y="2413854"/>
                  <a:ext cx="0" cy="303106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681">
                      <a:lumMod val="50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9D5D2651-8599-DB7A-B886-0B081F0AE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75699" y="5438823"/>
                  <a:ext cx="3282612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007681">
                      <a:lumMod val="50000"/>
                    </a:srgb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3" name="Rubrik 1">
                  <a:extLst>
                    <a:ext uri="{FF2B5EF4-FFF2-40B4-BE49-F238E27FC236}">
                      <a16:creationId xmlns:a16="http://schemas.microsoft.com/office/drawing/2014/main" id="{E9F5141B-376B-6219-7E1B-C1F4BFB0A4A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6200000">
                  <a:off x="4701819" y="3566969"/>
                  <a:ext cx="3031067" cy="756771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lvl="0" algn="ctr">
                    <a:defRPr/>
                  </a:pPr>
                  <a:r>
                    <a:rPr lang="en-US" sz="18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Body mass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4" name="Rubrik 1">
                  <a:extLst>
                    <a:ext uri="{FF2B5EF4-FFF2-40B4-BE49-F238E27FC236}">
                      <a16:creationId xmlns:a16="http://schemas.microsoft.com/office/drawing/2014/main" id="{DCC670E3-98A2-0913-D2C2-E1D48F22D1E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992026" y="5460887"/>
                  <a:ext cx="2990456" cy="53267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rmAutofit fontScale="92500" lnSpcReduction="20000"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8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Age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0B7C1639-6F0C-EC21-A838-D9FF6516CF4C}"/>
                  </a:ext>
                </a:extLst>
              </p:cNvPr>
              <p:cNvSpPr txBox="1"/>
              <p:nvPr/>
            </p:nvSpPr>
            <p:spPr>
              <a:xfrm>
                <a:off x="4826206" y="3451566"/>
                <a:ext cx="0" cy="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ts val="3000"/>
                  </a:lnSpc>
                </a:pPr>
                <a:endParaRPr lang="en-SE" sz="2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DECBA38-869F-7800-99D4-4BB212D5C888}"/>
                </a:ext>
              </a:extLst>
            </p:cNvPr>
            <p:cNvSpPr/>
            <p:nvPr/>
          </p:nvSpPr>
          <p:spPr>
            <a:xfrm>
              <a:off x="650374" y="4884821"/>
              <a:ext cx="1683752" cy="1628775"/>
            </a:xfrm>
            <a:custGeom>
              <a:avLst/>
              <a:gdLst>
                <a:gd name="connsiteX0" fmla="*/ 0 w 1696452"/>
                <a:gd name="connsiteY0" fmla="*/ 1600200 h 1624586"/>
                <a:gd name="connsiteX1" fmla="*/ 264694 w 1696452"/>
                <a:gd name="connsiteY1" fmla="*/ 1455821 h 1624586"/>
                <a:gd name="connsiteX2" fmla="*/ 770021 w 1696452"/>
                <a:gd name="connsiteY2" fmla="*/ 336884 h 1624586"/>
                <a:gd name="connsiteX3" fmla="*/ 1696452 w 1696452"/>
                <a:gd name="connsiteY3" fmla="*/ 0 h 1624586"/>
                <a:gd name="connsiteX0" fmla="*/ 0 w 1696452"/>
                <a:gd name="connsiteY0" fmla="*/ 1606550 h 1629313"/>
                <a:gd name="connsiteX1" fmla="*/ 264694 w 1696452"/>
                <a:gd name="connsiteY1" fmla="*/ 1455821 h 1629313"/>
                <a:gd name="connsiteX2" fmla="*/ 770021 w 1696452"/>
                <a:gd name="connsiteY2" fmla="*/ 336884 h 1629313"/>
                <a:gd name="connsiteX3" fmla="*/ 1696452 w 1696452"/>
                <a:gd name="connsiteY3" fmla="*/ 0 h 1629313"/>
                <a:gd name="connsiteX0" fmla="*/ 0 w 1696452"/>
                <a:gd name="connsiteY0" fmla="*/ 1606550 h 1611060"/>
                <a:gd name="connsiteX1" fmla="*/ 264694 w 1696452"/>
                <a:gd name="connsiteY1" fmla="*/ 1455821 h 1611060"/>
                <a:gd name="connsiteX2" fmla="*/ 770021 w 1696452"/>
                <a:gd name="connsiteY2" fmla="*/ 336884 h 1611060"/>
                <a:gd name="connsiteX3" fmla="*/ 1696452 w 1696452"/>
                <a:gd name="connsiteY3" fmla="*/ 0 h 1611060"/>
                <a:gd name="connsiteX0" fmla="*/ 0 w 1683752"/>
                <a:gd name="connsiteY0" fmla="*/ 1628775 h 1628775"/>
                <a:gd name="connsiteX1" fmla="*/ 251994 w 1683752"/>
                <a:gd name="connsiteY1" fmla="*/ 145582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  <a:gd name="connsiteX0" fmla="*/ 0 w 1683752"/>
                <a:gd name="connsiteY0" fmla="*/ 1628775 h 1628775"/>
                <a:gd name="connsiteX1" fmla="*/ 251994 w 1683752"/>
                <a:gd name="connsiteY1" fmla="*/ 145582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  <a:gd name="connsiteX0" fmla="*/ 0 w 1683752"/>
                <a:gd name="connsiteY0" fmla="*/ 1628775 h 1628775"/>
                <a:gd name="connsiteX1" fmla="*/ 331369 w 1683752"/>
                <a:gd name="connsiteY1" fmla="*/ 130977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3752" h="1628775">
                  <a:moveTo>
                    <a:pt x="0" y="1628775"/>
                  </a:moveTo>
                  <a:cubicBezTo>
                    <a:pt x="131678" y="1563437"/>
                    <a:pt x="205149" y="1525086"/>
                    <a:pt x="331369" y="1309771"/>
                  </a:cubicBezTo>
                  <a:cubicBezTo>
                    <a:pt x="457589" y="1094456"/>
                    <a:pt x="518695" y="579521"/>
                    <a:pt x="757321" y="336884"/>
                  </a:cubicBezTo>
                  <a:cubicBezTo>
                    <a:pt x="995947" y="94247"/>
                    <a:pt x="1339849" y="47123"/>
                    <a:pt x="1683752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DE41D2E4-3024-2BE7-F0EE-86F90C84FDD9}"/>
                </a:ext>
              </a:extLst>
            </p:cNvPr>
            <p:cNvSpPr/>
            <p:nvPr/>
          </p:nvSpPr>
          <p:spPr>
            <a:xfrm>
              <a:off x="646160" y="5081977"/>
              <a:ext cx="1709689" cy="1425586"/>
            </a:xfrm>
            <a:custGeom>
              <a:avLst/>
              <a:gdLst>
                <a:gd name="connsiteX0" fmla="*/ 0 w 1696452"/>
                <a:gd name="connsiteY0" fmla="*/ 1600200 h 1624586"/>
                <a:gd name="connsiteX1" fmla="*/ 264694 w 1696452"/>
                <a:gd name="connsiteY1" fmla="*/ 1455821 h 1624586"/>
                <a:gd name="connsiteX2" fmla="*/ 770021 w 1696452"/>
                <a:gd name="connsiteY2" fmla="*/ 336884 h 1624586"/>
                <a:gd name="connsiteX3" fmla="*/ 1696452 w 1696452"/>
                <a:gd name="connsiteY3" fmla="*/ 0 h 1624586"/>
                <a:gd name="connsiteX0" fmla="*/ 0 w 1696452"/>
                <a:gd name="connsiteY0" fmla="*/ 1606550 h 1629313"/>
                <a:gd name="connsiteX1" fmla="*/ 264694 w 1696452"/>
                <a:gd name="connsiteY1" fmla="*/ 1455821 h 1629313"/>
                <a:gd name="connsiteX2" fmla="*/ 770021 w 1696452"/>
                <a:gd name="connsiteY2" fmla="*/ 336884 h 1629313"/>
                <a:gd name="connsiteX3" fmla="*/ 1696452 w 1696452"/>
                <a:gd name="connsiteY3" fmla="*/ 0 h 1629313"/>
                <a:gd name="connsiteX0" fmla="*/ 0 w 1696452"/>
                <a:gd name="connsiteY0" fmla="*/ 1606550 h 1611060"/>
                <a:gd name="connsiteX1" fmla="*/ 264694 w 1696452"/>
                <a:gd name="connsiteY1" fmla="*/ 1455821 h 1611060"/>
                <a:gd name="connsiteX2" fmla="*/ 770021 w 1696452"/>
                <a:gd name="connsiteY2" fmla="*/ 336884 h 1611060"/>
                <a:gd name="connsiteX3" fmla="*/ 1696452 w 1696452"/>
                <a:gd name="connsiteY3" fmla="*/ 0 h 1611060"/>
                <a:gd name="connsiteX0" fmla="*/ 0 w 1683752"/>
                <a:gd name="connsiteY0" fmla="*/ 1628775 h 1628775"/>
                <a:gd name="connsiteX1" fmla="*/ 251994 w 1683752"/>
                <a:gd name="connsiteY1" fmla="*/ 145582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  <a:gd name="connsiteX0" fmla="*/ 0 w 1683752"/>
                <a:gd name="connsiteY0" fmla="*/ 1628775 h 1628775"/>
                <a:gd name="connsiteX1" fmla="*/ 251994 w 1683752"/>
                <a:gd name="connsiteY1" fmla="*/ 145582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  <a:gd name="connsiteX0" fmla="*/ 0 w 1683752"/>
                <a:gd name="connsiteY0" fmla="*/ 1628775 h 1628775"/>
                <a:gd name="connsiteX1" fmla="*/ 331369 w 1683752"/>
                <a:gd name="connsiteY1" fmla="*/ 1309771 h 1628775"/>
                <a:gd name="connsiteX2" fmla="*/ 757321 w 1683752"/>
                <a:gd name="connsiteY2" fmla="*/ 336884 h 1628775"/>
                <a:gd name="connsiteX3" fmla="*/ 1683752 w 1683752"/>
                <a:gd name="connsiteY3" fmla="*/ 0 h 162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3752" h="1628775">
                  <a:moveTo>
                    <a:pt x="0" y="1628775"/>
                  </a:moveTo>
                  <a:cubicBezTo>
                    <a:pt x="131678" y="1563437"/>
                    <a:pt x="205149" y="1525086"/>
                    <a:pt x="331369" y="1309771"/>
                  </a:cubicBezTo>
                  <a:cubicBezTo>
                    <a:pt x="457589" y="1094456"/>
                    <a:pt x="518695" y="579521"/>
                    <a:pt x="757321" y="336884"/>
                  </a:cubicBezTo>
                  <a:cubicBezTo>
                    <a:pt x="995947" y="94247"/>
                    <a:pt x="1339849" y="47123"/>
                    <a:pt x="1683752" y="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4E82A87-50C5-2710-AC96-903544C2CCD6}"/>
                </a:ext>
              </a:extLst>
            </p:cNvPr>
            <p:cNvSpPr/>
            <p:nvPr/>
          </p:nvSpPr>
          <p:spPr>
            <a:xfrm>
              <a:off x="1447675" y="5512766"/>
              <a:ext cx="1202663" cy="8802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Generally f</a:t>
              </a:r>
              <a:r>
                <a:rPr lang="en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aster body growth with warming…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41B785-D24A-18E4-54D6-535FE690040A}"/>
              </a:ext>
            </a:extLst>
          </p:cNvPr>
          <p:cNvGrpSpPr/>
          <p:nvPr/>
        </p:nvGrpSpPr>
        <p:grpSpPr>
          <a:xfrm>
            <a:off x="4145445" y="4774988"/>
            <a:ext cx="2968672" cy="1969618"/>
            <a:chOff x="2829473" y="4792633"/>
            <a:chExt cx="2968672" cy="1969618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DF91B36-D22B-200C-D1F8-E2A4D1AB96B6}"/>
                </a:ext>
              </a:extLst>
            </p:cNvPr>
            <p:cNvSpPr/>
            <p:nvPr/>
          </p:nvSpPr>
          <p:spPr>
            <a:xfrm>
              <a:off x="4441094" y="4792633"/>
              <a:ext cx="1357051" cy="1969618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But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size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populations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declines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relative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abundance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  <a:endParaRPr lang="en-SE" sz="14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4B38EF71-E069-3E1B-64F0-9DFB2861A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>
              <a:off x="2829473" y="5033924"/>
              <a:ext cx="1349262" cy="561877"/>
            </a:xfrm>
            <a:prstGeom prst="rect">
              <a:avLst/>
            </a:pr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E33A6923-85FD-5C8D-A0CF-21CCC1164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rgbClr val="007681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>
              <a:off x="3323480" y="6084468"/>
              <a:ext cx="987924" cy="411404"/>
            </a:xfrm>
            <a:prstGeom prst="rect">
              <a:avLst/>
            </a:prstGeom>
          </p:spPr>
        </p:pic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49EBD5E9-FFBF-B5B9-7E02-9B6F9557EA55}"/>
                </a:ext>
              </a:extLst>
            </p:cNvPr>
            <p:cNvCxnSpPr>
              <a:cxnSpLocks/>
              <a:endCxn id="252" idx="2"/>
            </p:cNvCxnSpPr>
            <p:nvPr/>
          </p:nvCxnSpPr>
          <p:spPr>
            <a:xfrm flipH="1" flipV="1">
              <a:off x="3504104" y="5595801"/>
              <a:ext cx="408493" cy="488667"/>
            </a:xfrm>
            <a:prstGeom prst="line">
              <a:avLst/>
            </a:prstGeom>
            <a:noFill/>
            <a:ln w="44450" cap="flat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miter lim="800000"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CE63C5-9003-52CE-A954-5DBF6DEB95BD}"/>
              </a:ext>
            </a:extLst>
          </p:cNvPr>
          <p:cNvGrpSpPr/>
          <p:nvPr/>
        </p:nvGrpSpPr>
        <p:grpSpPr>
          <a:xfrm>
            <a:off x="8987535" y="6009383"/>
            <a:ext cx="936328" cy="914400"/>
            <a:chOff x="7635360" y="6023459"/>
            <a:chExt cx="936328" cy="914400"/>
          </a:xfrm>
        </p:grpSpPr>
        <p:pic>
          <p:nvPicPr>
            <p:cNvPr id="260" name="Graphic 259" descr="Fishing outline">
              <a:extLst>
                <a:ext uri="{FF2B5EF4-FFF2-40B4-BE49-F238E27FC236}">
                  <a16:creationId xmlns:a16="http://schemas.microsoft.com/office/drawing/2014/main" id="{7613B6DB-C6B3-15BD-A329-2158784FB4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68115" t="998" r="-68115" b="-998"/>
            <a:stretch/>
          </p:blipFill>
          <p:spPr>
            <a:xfrm flipH="1">
              <a:off x="7635360" y="6023459"/>
              <a:ext cx="914400" cy="914400"/>
            </a:xfrm>
            <a:prstGeom prst="rect">
              <a:avLst/>
            </a:prstGeom>
          </p:spPr>
        </p:pic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7E6576AE-E2B9-1A60-2523-6B977992EC14}"/>
                </a:ext>
              </a:extLst>
            </p:cNvPr>
            <p:cNvSpPr/>
            <p:nvPr/>
          </p:nvSpPr>
          <p:spPr>
            <a:xfrm>
              <a:off x="8440492" y="6145896"/>
              <a:ext cx="131196" cy="312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C60AFAD-1577-EDB5-1A00-DE87AD14ED6A}"/>
              </a:ext>
            </a:extLst>
          </p:cNvPr>
          <p:cNvGrpSpPr/>
          <p:nvPr/>
        </p:nvGrpSpPr>
        <p:grpSpPr>
          <a:xfrm>
            <a:off x="8027432" y="4711923"/>
            <a:ext cx="3836346" cy="2032683"/>
            <a:chOff x="6968990" y="4697603"/>
            <a:chExt cx="3836346" cy="2032683"/>
          </a:xfrm>
        </p:grpSpPr>
        <p:pic>
          <p:nvPicPr>
            <p:cNvPr id="25" name="Graphic 24" descr="Fishing outline">
              <a:extLst>
                <a:ext uri="{FF2B5EF4-FFF2-40B4-BE49-F238E27FC236}">
                  <a16:creationId xmlns:a16="http://schemas.microsoft.com/office/drawing/2014/main" id="{8FAA42CA-9BA9-E596-4ECF-4A065751E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8555287" y="5563381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Tug boat outline">
              <a:extLst>
                <a:ext uri="{FF2B5EF4-FFF2-40B4-BE49-F238E27FC236}">
                  <a16:creationId xmlns:a16="http://schemas.microsoft.com/office/drawing/2014/main" id="{6073C098-20E2-6D76-D48E-C9E8F066D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713183" y="4697603"/>
              <a:ext cx="1083522" cy="1083522"/>
            </a:xfrm>
            <a:prstGeom prst="rect">
              <a:avLst/>
            </a:prstGeom>
          </p:spPr>
        </p:pic>
        <p:pic>
          <p:nvPicPr>
            <p:cNvPr id="258" name="Graphic 257" descr="Fishing outline">
              <a:extLst>
                <a:ext uri="{FF2B5EF4-FFF2-40B4-BE49-F238E27FC236}">
                  <a16:creationId xmlns:a16="http://schemas.microsoft.com/office/drawing/2014/main" id="{1E8E251F-4F0D-F4CA-EE31-06CE629D6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968990" y="5562681"/>
              <a:ext cx="914400" cy="914400"/>
            </a:xfrm>
            <a:prstGeom prst="rect">
              <a:avLst/>
            </a:prstGeom>
          </p:spPr>
        </p:pic>
        <p:pic>
          <p:nvPicPr>
            <p:cNvPr id="29" name="Graphic 28" descr="Arrow Right with solid fill">
              <a:extLst>
                <a:ext uri="{FF2B5EF4-FFF2-40B4-BE49-F238E27FC236}">
                  <a16:creationId xmlns:a16="http://schemas.microsoft.com/office/drawing/2014/main" id="{0F5A154A-4D02-EF62-6568-BB38D1465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113135" y="5861340"/>
              <a:ext cx="274597" cy="274597"/>
            </a:xfrm>
            <a:prstGeom prst="rect">
              <a:avLst/>
            </a:prstGeom>
          </p:spPr>
        </p:pic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717BD52C-6CD6-C27D-7972-51D0B16B3B28}"/>
                </a:ext>
              </a:extLst>
            </p:cNvPr>
            <p:cNvSpPr/>
            <p:nvPr/>
          </p:nvSpPr>
          <p:spPr>
            <a:xfrm>
              <a:off x="9432471" y="4760668"/>
              <a:ext cx="1372865" cy="19696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which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leads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fisheries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yields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but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maximum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sustainable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yields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at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higher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fishing</a:t>
              </a:r>
              <a:r>
                <a:rPr lang="sv-SE" sz="1400" i="1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sv-SE" sz="1400" i="1" dirty="0" err="1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levels</a:t>
              </a:r>
              <a:endParaRPr lang="en-SE" sz="1400" i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9" name="Rectangle 258">
            <a:extLst>
              <a:ext uri="{FF2B5EF4-FFF2-40B4-BE49-F238E27FC236}">
                <a16:creationId xmlns:a16="http://schemas.microsoft.com/office/drawing/2014/main" id="{CC203CA8-014E-4375-945B-5C84E2526925}"/>
              </a:ext>
            </a:extLst>
          </p:cNvPr>
          <p:cNvSpPr/>
          <p:nvPr/>
        </p:nvSpPr>
        <p:spPr>
          <a:xfrm>
            <a:off x="9980101" y="6104225"/>
            <a:ext cx="507853" cy="3125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44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161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 Lindmark</dc:creator>
  <cp:lastModifiedBy>Max Lindmark</cp:lastModifiedBy>
  <cp:revision>28</cp:revision>
  <dcterms:created xsi:type="dcterms:W3CDTF">2022-04-28T19:04:42Z</dcterms:created>
  <dcterms:modified xsi:type="dcterms:W3CDTF">2022-07-12T11:44:36Z</dcterms:modified>
</cp:coreProperties>
</file>