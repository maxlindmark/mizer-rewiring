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9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58"/>
    <p:restoredTop sz="96327"/>
  </p:normalViewPr>
  <p:slideViewPr>
    <p:cSldViewPr snapToGrid="0" snapToObjects="1" showGuides="1">
      <p:cViewPr>
        <p:scale>
          <a:sx n="140" d="100"/>
          <a:sy n="140" d="100"/>
        </p:scale>
        <p:origin x="376" y="-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D9D0-1D70-7721-8096-BE45629E9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09F31-9FA6-9762-548C-6EDF220BF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662AB-E1C6-C8A8-0A6A-1D9E7F70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8AA0C-059D-B856-561D-1A2A5708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96D92-34B7-AD7A-DB18-BA30F11A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9471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8F56-EF3F-4BFC-C402-89AB26B6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C5B8-8746-AAC2-B7D8-6B2241443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5144-B632-A9CA-E563-47241720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FFF35-A0B6-72A2-F18B-2589C47A9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AAA98-8721-F5A4-7AB6-08664B24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8074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925E-066B-8CA5-D8A1-2F1BAC1F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A4EC-0C9F-5F14-7D1A-9E5C385E7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21E24-C05A-5A47-C8A3-3A24952B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85087-8BD3-D76A-2B86-599F3342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C1550-92B6-CC2C-F707-22A10552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329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91F4-9AC8-C227-9BBA-DADB285D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C887-78E7-7847-0E38-30CFF8637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193BB-7FC6-E58E-05BF-37C4C437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3AE52-7BD8-02FF-0D0B-49AC07AA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1FA2C-B654-B480-F6CB-C0E1351ED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4FF8C-EA45-3DE6-DFB4-494AEB30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8591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8389-6720-ABBC-E87B-710BE665B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D0B7A-F486-A1A5-7ABB-372FD91D1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51A3-9F79-0F6A-327B-6537004DD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224F8-74B0-E360-9A29-E9EBE167A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ECBD0-DACB-EA66-C414-C73D61B09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B392A-3557-7F57-0DD3-9469633D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C57F99-6B60-907C-44AB-A5B643EE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9B08FE-0FDB-0EBF-843C-92175417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0424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B3A0-F3D1-43BB-2DFC-0D033FFB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3964A-4C78-0399-CB44-A8CFD2FF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F603-0DD8-849C-2754-2AB7C581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CA03B-375F-6E59-7111-DC52D4E5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4641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58116-A962-3696-FDF9-D4B407BB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45847-1DD2-5A85-FC85-07B27214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B16AE-593F-5140-2661-7A5DC45A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51757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79DA-8A82-902F-7FF2-8C6C9CB7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AF2E-5C66-A1FB-0F5D-8A6B07602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66B34-6DDF-FE76-CC2D-4AAF416E0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BB856-3CDC-A4E4-827C-68ABD241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292CC-0D1E-B442-1F53-F23E6E0F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5DEE2-00E4-1978-8376-DEA50ED7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7918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E328-CA87-F448-B171-E136E9DE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8020A5-2EDD-FC2F-578F-9E8B07301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15DBE-EEE9-0EA5-1934-770F7940D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59D81-33DA-AEDC-4519-48158CA4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2F776-54D4-3017-C924-09B397CF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87138-4C20-C280-8630-549E88AA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8358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6130-34AD-C910-4D0A-F244D8BD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73272-87FC-ACC2-F6F1-9A20BADFF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0A702-ECFA-2948-6F3B-C4F18E83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90CDF-750D-CD29-3970-34182E02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62FB5-E1E0-E895-A07D-8382B59C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2260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59946C-F81C-4D15-D553-957EEDFF2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03175-1C76-DD4B-7260-87D603A88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DB13-C99D-279A-097C-DF7305F3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7DCE9-E2F1-8368-2682-A586D4AB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0BC06-6D7C-DDA4-8D6D-9BA2586A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7430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3C96D-ABC6-9BBE-818C-3BFB259B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B88FF-F77B-383A-1531-FAE98C3EF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AB13-A3EB-DE1C-C586-4598C24AD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6BEF5-CF70-6F44-8E2A-88E53D75FEBE}" type="datetimeFigureOut">
              <a:rPr lang="en-SE" smtClean="0"/>
              <a:t>2022-05-26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F3D47-0B0A-58BD-AB05-2B0109C87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DC82A-29D2-F86E-FA04-B65E74D16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1541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1BBA308-B99C-53FE-7946-DDCB6E1C03E7}"/>
              </a:ext>
            </a:extLst>
          </p:cNvPr>
          <p:cNvGrpSpPr/>
          <p:nvPr/>
        </p:nvGrpSpPr>
        <p:grpSpPr>
          <a:xfrm>
            <a:off x="5879188" y="1068594"/>
            <a:ext cx="6467533" cy="5524674"/>
            <a:chOff x="-575692" y="1480750"/>
            <a:chExt cx="6467533" cy="5524674"/>
          </a:xfrm>
        </p:grpSpPr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6ACE875-6358-1ED0-34F8-15DC34BD880B}"/>
                </a:ext>
              </a:extLst>
            </p:cNvPr>
            <p:cNvSpPr/>
            <p:nvPr/>
          </p:nvSpPr>
          <p:spPr>
            <a:xfrm rot="20359657">
              <a:off x="2616968" y="2542276"/>
              <a:ext cx="808207" cy="1760531"/>
            </a:xfrm>
            <a:custGeom>
              <a:avLst/>
              <a:gdLst>
                <a:gd name="connsiteX0" fmla="*/ 0 w 2646218"/>
                <a:gd name="connsiteY0" fmla="*/ 0 h 3172691"/>
                <a:gd name="connsiteX1" fmla="*/ 2050473 w 2646218"/>
                <a:gd name="connsiteY1" fmla="*/ 2147455 h 3172691"/>
                <a:gd name="connsiteX2" fmla="*/ 2646218 w 2646218"/>
                <a:gd name="connsiteY2" fmla="*/ 3172691 h 3172691"/>
                <a:gd name="connsiteX0" fmla="*/ 0 w 2646218"/>
                <a:gd name="connsiteY0" fmla="*/ 0 h 3172691"/>
                <a:gd name="connsiteX1" fmla="*/ 1911491 w 2646218"/>
                <a:gd name="connsiteY1" fmla="*/ 2005940 h 3172691"/>
                <a:gd name="connsiteX2" fmla="*/ 2646218 w 2646218"/>
                <a:gd name="connsiteY2" fmla="*/ 3172691 h 3172691"/>
                <a:gd name="connsiteX0" fmla="*/ 0 w 2396050"/>
                <a:gd name="connsiteY0" fmla="*/ 0 h 3238005"/>
                <a:gd name="connsiteX1" fmla="*/ 1911491 w 2396050"/>
                <a:gd name="connsiteY1" fmla="*/ 2005940 h 3238005"/>
                <a:gd name="connsiteX2" fmla="*/ 2396050 w 2396050"/>
                <a:gd name="connsiteY2" fmla="*/ 3238005 h 3238005"/>
                <a:gd name="connsiteX0" fmla="*/ 0 w 2064859"/>
                <a:gd name="connsiteY0" fmla="*/ 0 h 3528161"/>
                <a:gd name="connsiteX1" fmla="*/ 1911491 w 2064859"/>
                <a:gd name="connsiteY1" fmla="*/ 2005940 h 3528161"/>
                <a:gd name="connsiteX2" fmla="*/ 1872458 w 2064859"/>
                <a:gd name="connsiteY2" fmla="*/ 3528162 h 3528161"/>
                <a:gd name="connsiteX0" fmla="*/ 0 w 2230456"/>
                <a:gd name="connsiteY0" fmla="*/ 0 h 3350836"/>
                <a:gd name="connsiteX1" fmla="*/ 1911491 w 2230456"/>
                <a:gd name="connsiteY1" fmla="*/ 2005940 h 3350836"/>
                <a:gd name="connsiteX2" fmla="*/ 2230456 w 2230456"/>
                <a:gd name="connsiteY2" fmla="*/ 3350835 h 3350836"/>
                <a:gd name="connsiteX0" fmla="*/ 0 w 2090536"/>
                <a:gd name="connsiteY0" fmla="*/ 0 h 3079037"/>
                <a:gd name="connsiteX1" fmla="*/ 1911491 w 2090536"/>
                <a:gd name="connsiteY1" fmla="*/ 2005940 h 3079037"/>
                <a:gd name="connsiteX2" fmla="*/ 1983507 w 2090536"/>
                <a:gd name="connsiteY2" fmla="*/ 3079037 h 3079037"/>
                <a:gd name="connsiteX0" fmla="*/ 0 w 2056676"/>
                <a:gd name="connsiteY0" fmla="*/ 0 h 3012467"/>
                <a:gd name="connsiteX1" fmla="*/ 1911491 w 2056676"/>
                <a:gd name="connsiteY1" fmla="*/ 2005940 h 3012467"/>
                <a:gd name="connsiteX2" fmla="*/ 1828710 w 2056676"/>
                <a:gd name="connsiteY2" fmla="*/ 3012468 h 3012467"/>
                <a:gd name="connsiteX0" fmla="*/ 0 w 2121411"/>
                <a:gd name="connsiteY0" fmla="*/ 0 h 3012467"/>
                <a:gd name="connsiteX1" fmla="*/ 1911491 w 2121411"/>
                <a:gd name="connsiteY1" fmla="*/ 2005940 h 3012467"/>
                <a:gd name="connsiteX2" fmla="*/ 1828710 w 2121411"/>
                <a:gd name="connsiteY2" fmla="*/ 3012468 h 3012467"/>
                <a:gd name="connsiteX0" fmla="*/ 0 w 2138960"/>
                <a:gd name="connsiteY0" fmla="*/ 0 h 3194426"/>
                <a:gd name="connsiteX1" fmla="*/ 1911491 w 2138960"/>
                <a:gd name="connsiteY1" fmla="*/ 2005940 h 3194426"/>
                <a:gd name="connsiteX2" fmla="*/ 1879092 w 2138960"/>
                <a:gd name="connsiteY2" fmla="*/ 3194426 h 3194426"/>
                <a:gd name="connsiteX0" fmla="*/ 0 w 2140089"/>
                <a:gd name="connsiteY0" fmla="*/ 0 h 3194426"/>
                <a:gd name="connsiteX1" fmla="*/ 1911491 w 2140089"/>
                <a:gd name="connsiteY1" fmla="*/ 2005940 h 3194426"/>
                <a:gd name="connsiteX2" fmla="*/ 1879092 w 2140089"/>
                <a:gd name="connsiteY2" fmla="*/ 3194426 h 3194426"/>
                <a:gd name="connsiteX0" fmla="*/ 0 w 2125015"/>
                <a:gd name="connsiteY0" fmla="*/ 0 h 3194426"/>
                <a:gd name="connsiteX1" fmla="*/ 1911491 w 2125015"/>
                <a:gd name="connsiteY1" fmla="*/ 2005940 h 3194426"/>
                <a:gd name="connsiteX2" fmla="*/ 1879092 w 2125015"/>
                <a:gd name="connsiteY2" fmla="*/ 3194426 h 3194426"/>
                <a:gd name="connsiteX0" fmla="*/ 0 w 2116051"/>
                <a:gd name="connsiteY0" fmla="*/ 0 h 3194426"/>
                <a:gd name="connsiteX1" fmla="*/ 1911491 w 2116051"/>
                <a:gd name="connsiteY1" fmla="*/ 2005940 h 3194426"/>
                <a:gd name="connsiteX2" fmla="*/ 1879092 w 2116051"/>
                <a:gd name="connsiteY2" fmla="*/ 3194426 h 3194426"/>
                <a:gd name="connsiteX0" fmla="*/ 0 w 2128376"/>
                <a:gd name="connsiteY0" fmla="*/ 0 h 3194426"/>
                <a:gd name="connsiteX1" fmla="*/ 1911491 w 2128376"/>
                <a:gd name="connsiteY1" fmla="*/ 2005940 h 3194426"/>
                <a:gd name="connsiteX2" fmla="*/ 1879092 w 2128376"/>
                <a:gd name="connsiteY2" fmla="*/ 3194426 h 3194426"/>
                <a:gd name="connsiteX0" fmla="*/ 0 w 2076658"/>
                <a:gd name="connsiteY0" fmla="*/ 0 h 3194426"/>
                <a:gd name="connsiteX1" fmla="*/ 1911491 w 2076658"/>
                <a:gd name="connsiteY1" fmla="*/ 2005940 h 3194426"/>
                <a:gd name="connsiteX2" fmla="*/ 1879092 w 2076658"/>
                <a:gd name="connsiteY2" fmla="*/ 3194426 h 3194426"/>
                <a:gd name="connsiteX0" fmla="*/ 0 w 2166496"/>
                <a:gd name="connsiteY0" fmla="*/ 0 h 3194426"/>
                <a:gd name="connsiteX1" fmla="*/ 1911491 w 2166496"/>
                <a:gd name="connsiteY1" fmla="*/ 2005940 h 3194426"/>
                <a:gd name="connsiteX2" fmla="*/ 1879092 w 2166496"/>
                <a:gd name="connsiteY2" fmla="*/ 3194426 h 3194426"/>
                <a:gd name="connsiteX0" fmla="*/ 0 w 2055737"/>
                <a:gd name="connsiteY0" fmla="*/ 0 h 3194426"/>
                <a:gd name="connsiteX1" fmla="*/ 1664997 w 2055737"/>
                <a:gd name="connsiteY1" fmla="*/ 1776545 h 3194426"/>
                <a:gd name="connsiteX2" fmla="*/ 1879092 w 2055737"/>
                <a:gd name="connsiteY2" fmla="*/ 3194426 h 3194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5737" h="3194426">
                  <a:moveTo>
                    <a:pt x="0" y="0"/>
                  </a:moveTo>
                  <a:cubicBezTo>
                    <a:pt x="804718" y="809336"/>
                    <a:pt x="1265655" y="1236878"/>
                    <a:pt x="1664997" y="1776545"/>
                  </a:cubicBezTo>
                  <a:cubicBezTo>
                    <a:pt x="2064339" y="2316212"/>
                    <a:pt x="2195443" y="2618549"/>
                    <a:pt x="1879092" y="3194426"/>
                  </a:cubicBezTo>
                </a:path>
              </a:pathLst>
            </a:custGeom>
            <a:noFill/>
            <a:ln w="28575" cap="flat" cmpd="sng" algn="ctr">
              <a:solidFill>
                <a:srgbClr val="154734">
                  <a:lumMod val="50000"/>
                  <a:lumOff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 w="0"/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E147A5C-1362-62E1-B5F6-8EA852DA5674}"/>
                </a:ext>
              </a:extLst>
            </p:cNvPr>
            <p:cNvGrpSpPr/>
            <p:nvPr/>
          </p:nvGrpSpPr>
          <p:grpSpPr>
            <a:xfrm>
              <a:off x="-575692" y="1625128"/>
              <a:ext cx="6467533" cy="5380296"/>
              <a:chOff x="5951589" y="2413854"/>
              <a:chExt cx="4030893" cy="3579707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CE7753E-97E7-B1C0-589D-AF702BF8B731}"/>
                  </a:ext>
                </a:extLst>
              </p:cNvPr>
              <p:cNvCxnSpPr/>
              <p:nvPr/>
            </p:nvCxnSpPr>
            <p:spPr>
              <a:xfrm>
                <a:off x="6575698" y="2413854"/>
                <a:ext cx="0" cy="3031067"/>
              </a:xfrm>
              <a:prstGeom prst="line">
                <a:avLst/>
              </a:prstGeom>
              <a:noFill/>
              <a:ln w="28575" cap="flat" cmpd="sng" algn="ctr">
                <a:solidFill>
                  <a:srgbClr val="007681">
                    <a:lumMod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A02CFC5-408B-E498-B0CA-2B80699471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5699" y="5438823"/>
                <a:ext cx="3282612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681">
                    <a:lumMod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" name="Rubrik 1">
                <a:extLst>
                  <a:ext uri="{FF2B5EF4-FFF2-40B4-BE49-F238E27FC236}">
                    <a16:creationId xmlns:a16="http://schemas.microsoft.com/office/drawing/2014/main" id="{378B712C-57B7-137D-A749-7CFB44AE5E5B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4814441" y="3551002"/>
                <a:ext cx="3031068" cy="75677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Log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10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(abundance)</a:t>
                </a:r>
              </a:p>
            </p:txBody>
          </p:sp>
          <p:sp>
            <p:nvSpPr>
              <p:cNvPr id="52" name="Rubrik 1">
                <a:extLst>
                  <a:ext uri="{FF2B5EF4-FFF2-40B4-BE49-F238E27FC236}">
                    <a16:creationId xmlns:a16="http://schemas.microsoft.com/office/drawing/2014/main" id="{0D3D314D-D17C-F5AE-5904-8CCA1B6B5E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2026" y="5460887"/>
                <a:ext cx="2990456" cy="53267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Log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(biomass)</a:t>
                </a:r>
              </a:p>
            </p:txBody>
          </p: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2B07728-367A-733B-CF0E-CB479CECF1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477" y="1718649"/>
              <a:ext cx="1737118" cy="1049579"/>
            </a:xfrm>
            <a:prstGeom prst="line">
              <a:avLst/>
            </a:prstGeom>
            <a:noFill/>
            <a:ln w="28575" cap="flat" cmpd="sng" algn="ctr">
              <a:solidFill>
                <a:srgbClr val="154734">
                  <a:lumMod val="90000"/>
                  <a:lumOff val="10000"/>
                </a:srgbClr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</p:cxn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B784C54-7341-B58B-D371-1EC04B94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rgbClr val="007681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71138">
              <a:off x="594171" y="2154188"/>
              <a:ext cx="644995" cy="585735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4DEE379-325C-2124-ABA3-41D8B91FE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007681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1155803" y="1480750"/>
              <a:ext cx="812663" cy="438776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56524D95-4062-1FE5-A76E-5E6130AE60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srgbClr val="007681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59" t="31070" r="7696" b="30768"/>
            <a:stretch/>
          </p:blipFill>
          <p:spPr>
            <a:xfrm flipH="1">
              <a:off x="3100051" y="3990217"/>
              <a:ext cx="702817" cy="19165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CE17B97-AD94-778D-E1A4-5F0B655161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duotone>
                <a:srgbClr val="007681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22" t="29534" r="7859" b="29441"/>
            <a:stretch/>
          </p:blipFill>
          <p:spPr>
            <a:xfrm flipH="1">
              <a:off x="3794805" y="4757377"/>
              <a:ext cx="1097085" cy="317478"/>
            </a:xfrm>
            <a:prstGeom prst="rect">
              <a:avLst/>
            </a:prstGeom>
          </p:spPr>
        </p:pic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4C3416C-BAB9-97BB-B5DC-029A72DC6207}"/>
                </a:ext>
              </a:extLst>
            </p:cNvPr>
            <p:cNvCxnSpPr>
              <a:cxnSpLocks/>
            </p:cNvCxnSpPr>
            <p:nvPr/>
          </p:nvCxnSpPr>
          <p:spPr>
            <a:xfrm>
              <a:off x="688070" y="1642550"/>
              <a:ext cx="1853647" cy="1064399"/>
            </a:xfrm>
            <a:prstGeom prst="line">
              <a:avLst/>
            </a:prstGeom>
            <a:noFill/>
            <a:ln w="28575" cap="flat" cmpd="sng" algn="ctr">
              <a:solidFill>
                <a:srgbClr val="154734">
                  <a:lumMod val="50000"/>
                  <a:lumOff val="50000"/>
                </a:srgbClr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244802F9-89E2-E608-C211-7E58A113B4E9}"/>
                </a:ext>
              </a:extLst>
            </p:cNvPr>
            <p:cNvSpPr/>
            <p:nvPr/>
          </p:nvSpPr>
          <p:spPr>
            <a:xfrm>
              <a:off x="2277665" y="2777774"/>
              <a:ext cx="3169662" cy="2422302"/>
            </a:xfrm>
            <a:custGeom>
              <a:avLst/>
              <a:gdLst>
                <a:gd name="connsiteX0" fmla="*/ 0 w 2646218"/>
                <a:gd name="connsiteY0" fmla="*/ 0 h 3172691"/>
                <a:gd name="connsiteX1" fmla="*/ 2050473 w 2646218"/>
                <a:gd name="connsiteY1" fmla="*/ 2147455 h 3172691"/>
                <a:gd name="connsiteX2" fmla="*/ 2646218 w 2646218"/>
                <a:gd name="connsiteY2" fmla="*/ 3172691 h 3172691"/>
                <a:gd name="connsiteX0" fmla="*/ 0 w 2646218"/>
                <a:gd name="connsiteY0" fmla="*/ 0 h 3172691"/>
                <a:gd name="connsiteX1" fmla="*/ 1911491 w 2646218"/>
                <a:gd name="connsiteY1" fmla="*/ 2005940 h 3172691"/>
                <a:gd name="connsiteX2" fmla="*/ 2646218 w 2646218"/>
                <a:gd name="connsiteY2" fmla="*/ 3172691 h 3172691"/>
                <a:gd name="connsiteX0" fmla="*/ 0 w 2396050"/>
                <a:gd name="connsiteY0" fmla="*/ 0 h 3238005"/>
                <a:gd name="connsiteX1" fmla="*/ 1911491 w 2396050"/>
                <a:gd name="connsiteY1" fmla="*/ 2005940 h 3238005"/>
                <a:gd name="connsiteX2" fmla="*/ 2396050 w 2396050"/>
                <a:gd name="connsiteY2" fmla="*/ 3238005 h 3238005"/>
                <a:gd name="connsiteX0" fmla="*/ 0 w 2064859"/>
                <a:gd name="connsiteY0" fmla="*/ 0 h 3528161"/>
                <a:gd name="connsiteX1" fmla="*/ 1911491 w 2064859"/>
                <a:gd name="connsiteY1" fmla="*/ 2005940 h 3528161"/>
                <a:gd name="connsiteX2" fmla="*/ 1872458 w 2064859"/>
                <a:gd name="connsiteY2" fmla="*/ 3528162 h 3528161"/>
                <a:gd name="connsiteX0" fmla="*/ 0 w 2230456"/>
                <a:gd name="connsiteY0" fmla="*/ 0 h 3350836"/>
                <a:gd name="connsiteX1" fmla="*/ 1911491 w 2230456"/>
                <a:gd name="connsiteY1" fmla="*/ 2005940 h 3350836"/>
                <a:gd name="connsiteX2" fmla="*/ 2230456 w 2230456"/>
                <a:gd name="connsiteY2" fmla="*/ 3350835 h 3350836"/>
                <a:gd name="connsiteX0" fmla="*/ 0 w 2090536"/>
                <a:gd name="connsiteY0" fmla="*/ 0 h 3079037"/>
                <a:gd name="connsiteX1" fmla="*/ 1911491 w 2090536"/>
                <a:gd name="connsiteY1" fmla="*/ 2005940 h 3079037"/>
                <a:gd name="connsiteX2" fmla="*/ 1983507 w 2090536"/>
                <a:gd name="connsiteY2" fmla="*/ 3079037 h 3079037"/>
                <a:gd name="connsiteX0" fmla="*/ 0 w 2056676"/>
                <a:gd name="connsiteY0" fmla="*/ 0 h 3012467"/>
                <a:gd name="connsiteX1" fmla="*/ 1911491 w 2056676"/>
                <a:gd name="connsiteY1" fmla="*/ 2005940 h 3012467"/>
                <a:gd name="connsiteX2" fmla="*/ 1828710 w 2056676"/>
                <a:gd name="connsiteY2" fmla="*/ 3012468 h 3012467"/>
                <a:gd name="connsiteX0" fmla="*/ 0 w 2121411"/>
                <a:gd name="connsiteY0" fmla="*/ 0 h 3012467"/>
                <a:gd name="connsiteX1" fmla="*/ 1911491 w 2121411"/>
                <a:gd name="connsiteY1" fmla="*/ 2005940 h 3012467"/>
                <a:gd name="connsiteX2" fmla="*/ 1828710 w 2121411"/>
                <a:gd name="connsiteY2" fmla="*/ 3012468 h 3012467"/>
                <a:gd name="connsiteX0" fmla="*/ 0 w 2138960"/>
                <a:gd name="connsiteY0" fmla="*/ 0 h 3194426"/>
                <a:gd name="connsiteX1" fmla="*/ 1911491 w 2138960"/>
                <a:gd name="connsiteY1" fmla="*/ 2005940 h 3194426"/>
                <a:gd name="connsiteX2" fmla="*/ 1879092 w 2138960"/>
                <a:gd name="connsiteY2" fmla="*/ 3194426 h 3194426"/>
                <a:gd name="connsiteX0" fmla="*/ 0 w 2140089"/>
                <a:gd name="connsiteY0" fmla="*/ 0 h 3194426"/>
                <a:gd name="connsiteX1" fmla="*/ 1911491 w 2140089"/>
                <a:gd name="connsiteY1" fmla="*/ 2005940 h 3194426"/>
                <a:gd name="connsiteX2" fmla="*/ 1879092 w 2140089"/>
                <a:gd name="connsiteY2" fmla="*/ 3194426 h 3194426"/>
                <a:gd name="connsiteX0" fmla="*/ 0 w 2125015"/>
                <a:gd name="connsiteY0" fmla="*/ 0 h 3194426"/>
                <a:gd name="connsiteX1" fmla="*/ 1911491 w 2125015"/>
                <a:gd name="connsiteY1" fmla="*/ 2005940 h 3194426"/>
                <a:gd name="connsiteX2" fmla="*/ 1879092 w 2125015"/>
                <a:gd name="connsiteY2" fmla="*/ 3194426 h 3194426"/>
                <a:gd name="connsiteX0" fmla="*/ 0 w 2116051"/>
                <a:gd name="connsiteY0" fmla="*/ 0 h 3194426"/>
                <a:gd name="connsiteX1" fmla="*/ 1911491 w 2116051"/>
                <a:gd name="connsiteY1" fmla="*/ 2005940 h 3194426"/>
                <a:gd name="connsiteX2" fmla="*/ 1879092 w 2116051"/>
                <a:gd name="connsiteY2" fmla="*/ 3194426 h 3194426"/>
                <a:gd name="connsiteX0" fmla="*/ 0 w 2128376"/>
                <a:gd name="connsiteY0" fmla="*/ 0 h 3194426"/>
                <a:gd name="connsiteX1" fmla="*/ 1911491 w 2128376"/>
                <a:gd name="connsiteY1" fmla="*/ 2005940 h 3194426"/>
                <a:gd name="connsiteX2" fmla="*/ 1879092 w 2128376"/>
                <a:gd name="connsiteY2" fmla="*/ 3194426 h 3194426"/>
                <a:gd name="connsiteX0" fmla="*/ 0 w 2076658"/>
                <a:gd name="connsiteY0" fmla="*/ 0 h 3194426"/>
                <a:gd name="connsiteX1" fmla="*/ 1911491 w 2076658"/>
                <a:gd name="connsiteY1" fmla="*/ 2005940 h 3194426"/>
                <a:gd name="connsiteX2" fmla="*/ 1879092 w 2076658"/>
                <a:gd name="connsiteY2" fmla="*/ 3194426 h 3194426"/>
                <a:gd name="connsiteX0" fmla="*/ 0 w 2166496"/>
                <a:gd name="connsiteY0" fmla="*/ 0 h 3194426"/>
                <a:gd name="connsiteX1" fmla="*/ 1911491 w 2166496"/>
                <a:gd name="connsiteY1" fmla="*/ 2005940 h 3194426"/>
                <a:gd name="connsiteX2" fmla="*/ 1879092 w 2166496"/>
                <a:gd name="connsiteY2" fmla="*/ 3194426 h 3194426"/>
                <a:gd name="connsiteX0" fmla="*/ 0 w 2055737"/>
                <a:gd name="connsiteY0" fmla="*/ 0 h 3194426"/>
                <a:gd name="connsiteX1" fmla="*/ 1664997 w 2055737"/>
                <a:gd name="connsiteY1" fmla="*/ 1776545 h 3194426"/>
                <a:gd name="connsiteX2" fmla="*/ 1879092 w 2055737"/>
                <a:gd name="connsiteY2" fmla="*/ 3194426 h 3194426"/>
                <a:gd name="connsiteX0" fmla="*/ 0 w 2226499"/>
                <a:gd name="connsiteY0" fmla="*/ 0 h 3235758"/>
                <a:gd name="connsiteX1" fmla="*/ 1664997 w 2226499"/>
                <a:gd name="connsiteY1" fmla="*/ 1776545 h 3235758"/>
                <a:gd name="connsiteX2" fmla="*/ 2105118 w 2226499"/>
                <a:gd name="connsiteY2" fmla="*/ 3235758 h 3235758"/>
                <a:gd name="connsiteX0" fmla="*/ 0 w 2114414"/>
                <a:gd name="connsiteY0" fmla="*/ 0 h 3235758"/>
                <a:gd name="connsiteX1" fmla="*/ 1664997 w 2114414"/>
                <a:gd name="connsiteY1" fmla="*/ 1776545 h 3235758"/>
                <a:gd name="connsiteX2" fmla="*/ 2105118 w 2114414"/>
                <a:gd name="connsiteY2" fmla="*/ 3235758 h 3235758"/>
                <a:gd name="connsiteX0" fmla="*/ 0 w 2215779"/>
                <a:gd name="connsiteY0" fmla="*/ 0 h 3136105"/>
                <a:gd name="connsiteX1" fmla="*/ 1664997 w 2215779"/>
                <a:gd name="connsiteY1" fmla="*/ 1776545 h 3136105"/>
                <a:gd name="connsiteX2" fmla="*/ 2210383 w 2215779"/>
                <a:gd name="connsiteY2" fmla="*/ 3136105 h 3136105"/>
                <a:gd name="connsiteX0" fmla="*/ 0 w 2210383"/>
                <a:gd name="connsiteY0" fmla="*/ 0 h 3136105"/>
                <a:gd name="connsiteX1" fmla="*/ 1664997 w 2210383"/>
                <a:gd name="connsiteY1" fmla="*/ 1776545 h 3136105"/>
                <a:gd name="connsiteX2" fmla="*/ 2210383 w 2210383"/>
                <a:gd name="connsiteY2" fmla="*/ 3136105 h 3136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0383" h="3136105">
                  <a:moveTo>
                    <a:pt x="0" y="0"/>
                  </a:moveTo>
                  <a:cubicBezTo>
                    <a:pt x="804718" y="809336"/>
                    <a:pt x="1265655" y="1236878"/>
                    <a:pt x="1664997" y="1776545"/>
                  </a:cubicBezTo>
                  <a:cubicBezTo>
                    <a:pt x="2064339" y="2316212"/>
                    <a:pt x="2189795" y="2366883"/>
                    <a:pt x="2210383" y="3136105"/>
                  </a:cubicBezTo>
                </a:path>
              </a:pathLst>
            </a:custGeom>
            <a:noFill/>
            <a:ln w="28575" cap="flat" cmpd="sng" algn="ctr">
              <a:solidFill>
                <a:srgbClr val="154734">
                  <a:lumMod val="90000"/>
                  <a:lumOff val="1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 w="0"/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384FB40-AE1C-636D-3AE4-24E7825A7B06}"/>
                </a:ext>
              </a:extLst>
            </p:cNvPr>
            <p:cNvSpPr/>
            <p:nvPr/>
          </p:nvSpPr>
          <p:spPr>
            <a:xfrm rot="20559526">
              <a:off x="2688598" y="2390154"/>
              <a:ext cx="1466571" cy="2585852"/>
            </a:xfrm>
            <a:custGeom>
              <a:avLst/>
              <a:gdLst>
                <a:gd name="connsiteX0" fmla="*/ 0 w 2646218"/>
                <a:gd name="connsiteY0" fmla="*/ 0 h 3172691"/>
                <a:gd name="connsiteX1" fmla="*/ 2050473 w 2646218"/>
                <a:gd name="connsiteY1" fmla="*/ 2147455 h 3172691"/>
                <a:gd name="connsiteX2" fmla="*/ 2646218 w 2646218"/>
                <a:gd name="connsiteY2" fmla="*/ 3172691 h 3172691"/>
                <a:gd name="connsiteX0" fmla="*/ 0 w 2646218"/>
                <a:gd name="connsiteY0" fmla="*/ 0 h 3172691"/>
                <a:gd name="connsiteX1" fmla="*/ 1911491 w 2646218"/>
                <a:gd name="connsiteY1" fmla="*/ 2005940 h 3172691"/>
                <a:gd name="connsiteX2" fmla="*/ 2646218 w 2646218"/>
                <a:gd name="connsiteY2" fmla="*/ 3172691 h 3172691"/>
                <a:gd name="connsiteX0" fmla="*/ 0 w 2396050"/>
                <a:gd name="connsiteY0" fmla="*/ 0 h 3238005"/>
                <a:gd name="connsiteX1" fmla="*/ 1911491 w 2396050"/>
                <a:gd name="connsiteY1" fmla="*/ 2005940 h 3238005"/>
                <a:gd name="connsiteX2" fmla="*/ 2396050 w 2396050"/>
                <a:gd name="connsiteY2" fmla="*/ 3238005 h 3238005"/>
                <a:gd name="connsiteX0" fmla="*/ 0 w 2064859"/>
                <a:gd name="connsiteY0" fmla="*/ 0 h 3528161"/>
                <a:gd name="connsiteX1" fmla="*/ 1911491 w 2064859"/>
                <a:gd name="connsiteY1" fmla="*/ 2005940 h 3528161"/>
                <a:gd name="connsiteX2" fmla="*/ 1872458 w 2064859"/>
                <a:gd name="connsiteY2" fmla="*/ 3528162 h 3528161"/>
                <a:gd name="connsiteX0" fmla="*/ 0 w 2230456"/>
                <a:gd name="connsiteY0" fmla="*/ 0 h 3350836"/>
                <a:gd name="connsiteX1" fmla="*/ 1911491 w 2230456"/>
                <a:gd name="connsiteY1" fmla="*/ 2005940 h 3350836"/>
                <a:gd name="connsiteX2" fmla="*/ 2230456 w 2230456"/>
                <a:gd name="connsiteY2" fmla="*/ 3350835 h 3350836"/>
                <a:gd name="connsiteX0" fmla="*/ 0 w 2090536"/>
                <a:gd name="connsiteY0" fmla="*/ 0 h 3079037"/>
                <a:gd name="connsiteX1" fmla="*/ 1911491 w 2090536"/>
                <a:gd name="connsiteY1" fmla="*/ 2005940 h 3079037"/>
                <a:gd name="connsiteX2" fmla="*/ 1983507 w 2090536"/>
                <a:gd name="connsiteY2" fmla="*/ 3079037 h 3079037"/>
                <a:gd name="connsiteX0" fmla="*/ 0 w 2056676"/>
                <a:gd name="connsiteY0" fmla="*/ 0 h 3012467"/>
                <a:gd name="connsiteX1" fmla="*/ 1911491 w 2056676"/>
                <a:gd name="connsiteY1" fmla="*/ 2005940 h 3012467"/>
                <a:gd name="connsiteX2" fmla="*/ 1828710 w 2056676"/>
                <a:gd name="connsiteY2" fmla="*/ 3012468 h 3012467"/>
                <a:gd name="connsiteX0" fmla="*/ 0 w 2121411"/>
                <a:gd name="connsiteY0" fmla="*/ 0 h 3012467"/>
                <a:gd name="connsiteX1" fmla="*/ 1911491 w 2121411"/>
                <a:gd name="connsiteY1" fmla="*/ 2005940 h 3012467"/>
                <a:gd name="connsiteX2" fmla="*/ 1828710 w 2121411"/>
                <a:gd name="connsiteY2" fmla="*/ 3012468 h 3012467"/>
                <a:gd name="connsiteX0" fmla="*/ 0 w 2138960"/>
                <a:gd name="connsiteY0" fmla="*/ 0 h 3194426"/>
                <a:gd name="connsiteX1" fmla="*/ 1911491 w 2138960"/>
                <a:gd name="connsiteY1" fmla="*/ 2005940 h 3194426"/>
                <a:gd name="connsiteX2" fmla="*/ 1879092 w 2138960"/>
                <a:gd name="connsiteY2" fmla="*/ 3194426 h 3194426"/>
                <a:gd name="connsiteX0" fmla="*/ 0 w 2140089"/>
                <a:gd name="connsiteY0" fmla="*/ 0 h 3194426"/>
                <a:gd name="connsiteX1" fmla="*/ 1911491 w 2140089"/>
                <a:gd name="connsiteY1" fmla="*/ 2005940 h 3194426"/>
                <a:gd name="connsiteX2" fmla="*/ 1879092 w 2140089"/>
                <a:gd name="connsiteY2" fmla="*/ 3194426 h 3194426"/>
                <a:gd name="connsiteX0" fmla="*/ 0 w 2125015"/>
                <a:gd name="connsiteY0" fmla="*/ 0 h 3194426"/>
                <a:gd name="connsiteX1" fmla="*/ 1911491 w 2125015"/>
                <a:gd name="connsiteY1" fmla="*/ 2005940 h 3194426"/>
                <a:gd name="connsiteX2" fmla="*/ 1879092 w 2125015"/>
                <a:gd name="connsiteY2" fmla="*/ 3194426 h 3194426"/>
                <a:gd name="connsiteX0" fmla="*/ 0 w 2116051"/>
                <a:gd name="connsiteY0" fmla="*/ 0 h 3194426"/>
                <a:gd name="connsiteX1" fmla="*/ 1911491 w 2116051"/>
                <a:gd name="connsiteY1" fmla="*/ 2005940 h 3194426"/>
                <a:gd name="connsiteX2" fmla="*/ 1879092 w 2116051"/>
                <a:gd name="connsiteY2" fmla="*/ 3194426 h 3194426"/>
                <a:gd name="connsiteX0" fmla="*/ 0 w 2128376"/>
                <a:gd name="connsiteY0" fmla="*/ 0 h 3194426"/>
                <a:gd name="connsiteX1" fmla="*/ 1911491 w 2128376"/>
                <a:gd name="connsiteY1" fmla="*/ 2005940 h 3194426"/>
                <a:gd name="connsiteX2" fmla="*/ 1879092 w 2128376"/>
                <a:gd name="connsiteY2" fmla="*/ 3194426 h 3194426"/>
                <a:gd name="connsiteX0" fmla="*/ 0 w 2076658"/>
                <a:gd name="connsiteY0" fmla="*/ 0 h 3194426"/>
                <a:gd name="connsiteX1" fmla="*/ 1911491 w 2076658"/>
                <a:gd name="connsiteY1" fmla="*/ 2005940 h 3194426"/>
                <a:gd name="connsiteX2" fmla="*/ 1879092 w 2076658"/>
                <a:gd name="connsiteY2" fmla="*/ 3194426 h 3194426"/>
                <a:gd name="connsiteX0" fmla="*/ 0 w 2166496"/>
                <a:gd name="connsiteY0" fmla="*/ 0 h 3194426"/>
                <a:gd name="connsiteX1" fmla="*/ 1911491 w 2166496"/>
                <a:gd name="connsiteY1" fmla="*/ 2005940 h 3194426"/>
                <a:gd name="connsiteX2" fmla="*/ 1879092 w 2166496"/>
                <a:gd name="connsiteY2" fmla="*/ 3194426 h 3194426"/>
                <a:gd name="connsiteX0" fmla="*/ 0 w 2055737"/>
                <a:gd name="connsiteY0" fmla="*/ 0 h 3194426"/>
                <a:gd name="connsiteX1" fmla="*/ 1664997 w 2055737"/>
                <a:gd name="connsiteY1" fmla="*/ 1776545 h 3194426"/>
                <a:gd name="connsiteX2" fmla="*/ 1879092 w 2055737"/>
                <a:gd name="connsiteY2" fmla="*/ 3194426 h 3194426"/>
                <a:gd name="connsiteX0" fmla="*/ 0 w 2151204"/>
                <a:gd name="connsiteY0" fmla="*/ 0 h 3255408"/>
                <a:gd name="connsiteX1" fmla="*/ 1664997 w 2151204"/>
                <a:gd name="connsiteY1" fmla="*/ 1776545 h 3255408"/>
                <a:gd name="connsiteX2" fmla="*/ 2010781 w 2151204"/>
                <a:gd name="connsiteY2" fmla="*/ 3255408 h 3255408"/>
                <a:gd name="connsiteX0" fmla="*/ 0 w 2091132"/>
                <a:gd name="connsiteY0" fmla="*/ 0 h 3255408"/>
                <a:gd name="connsiteX1" fmla="*/ 1664997 w 2091132"/>
                <a:gd name="connsiteY1" fmla="*/ 1776545 h 3255408"/>
                <a:gd name="connsiteX2" fmla="*/ 2010781 w 2091132"/>
                <a:gd name="connsiteY2" fmla="*/ 3255408 h 325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1132" h="3255408">
                  <a:moveTo>
                    <a:pt x="0" y="0"/>
                  </a:moveTo>
                  <a:cubicBezTo>
                    <a:pt x="804718" y="809336"/>
                    <a:pt x="1265655" y="1236878"/>
                    <a:pt x="1664997" y="1776545"/>
                  </a:cubicBezTo>
                  <a:cubicBezTo>
                    <a:pt x="2064339" y="2316212"/>
                    <a:pt x="2191200" y="2633341"/>
                    <a:pt x="2010781" y="3255408"/>
                  </a:cubicBezTo>
                </a:path>
              </a:pathLst>
            </a:custGeom>
            <a:noFill/>
            <a:ln w="28575" cap="flat" cmpd="sng" algn="ctr">
              <a:solidFill>
                <a:srgbClr val="154734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 w="0"/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06418ED-A37D-084E-C654-FCE9042AF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007681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4343347" y="5265251"/>
              <a:ext cx="1349262" cy="561877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64AABBC-B4A7-81CF-4CAB-3D4631432804}"/>
                </a:ext>
              </a:extLst>
            </p:cNvPr>
            <p:cNvSpPr txBox="1"/>
            <p:nvPr/>
          </p:nvSpPr>
          <p:spPr>
            <a:xfrm>
              <a:off x="4826206" y="345156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lnSpc>
                  <a:spcPts val="3000"/>
                </a:lnSpc>
              </a:pPr>
              <a:endParaRPr lang="en-SE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D941592-9C9C-4E32-56BD-17045471F7A8}"/>
                </a:ext>
              </a:extLst>
            </p:cNvPr>
            <p:cNvSpPr/>
            <p:nvPr/>
          </p:nvSpPr>
          <p:spPr>
            <a:xfrm>
              <a:off x="597229" y="3948081"/>
              <a:ext cx="1371237" cy="824793"/>
            </a:xfrm>
            <a:custGeom>
              <a:avLst/>
              <a:gdLst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25165 w 4051139"/>
                <a:gd name="connsiteY9" fmla="*/ 2047515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71464 w 4051139"/>
                <a:gd name="connsiteY9" fmla="*/ 2105389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3934 h 2405509"/>
                <a:gd name="connsiteX1" fmla="*/ 532435 w 4051139"/>
                <a:gd name="connsiteY1" fmla="*/ 2312911 h 2405509"/>
                <a:gd name="connsiteX2" fmla="*/ 1053296 w 4051139"/>
                <a:gd name="connsiteY2" fmla="*/ 1757327 h 2405509"/>
                <a:gd name="connsiteX3" fmla="*/ 1574157 w 4051139"/>
                <a:gd name="connsiteY3" fmla="*/ 646157 h 2405509"/>
                <a:gd name="connsiteX4" fmla="*/ 1932972 w 4051139"/>
                <a:gd name="connsiteY4" fmla="*/ 67423 h 2405509"/>
                <a:gd name="connsiteX5" fmla="*/ 2176041 w 4051139"/>
                <a:gd name="connsiteY5" fmla="*/ 78997 h 2405509"/>
                <a:gd name="connsiteX6" fmla="*/ 2430684 w 4051139"/>
                <a:gd name="connsiteY6" fmla="*/ 391514 h 2405509"/>
                <a:gd name="connsiteX7" fmla="*/ 2673752 w 4051139"/>
                <a:gd name="connsiteY7" fmla="*/ 993397 h 2405509"/>
                <a:gd name="connsiteX8" fmla="*/ 2974694 w 4051139"/>
                <a:gd name="connsiteY8" fmla="*/ 1687878 h 2405509"/>
                <a:gd name="connsiteX9" fmla="*/ 3171464 w 4051139"/>
                <a:gd name="connsiteY9" fmla="*/ 2081418 h 2405509"/>
                <a:gd name="connsiteX10" fmla="*/ 3507129 w 4051139"/>
                <a:gd name="connsiteY10" fmla="*/ 2324486 h 2405509"/>
                <a:gd name="connsiteX11" fmla="*/ 4051139 w 4051139"/>
                <a:gd name="connsiteY11" fmla="*/ 2405509 h 2405509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673752 w 4051139"/>
                <a:gd name="connsiteY7" fmla="*/ 997608 h 2409720"/>
                <a:gd name="connsiteX8" fmla="*/ 2974694 w 4051139"/>
                <a:gd name="connsiteY8" fmla="*/ 1692089 h 2409720"/>
                <a:gd name="connsiteX9" fmla="*/ 3171464 w 4051139"/>
                <a:gd name="connsiteY9" fmla="*/ 2085629 h 2409720"/>
                <a:gd name="connsiteX10" fmla="*/ 3507129 w 4051139"/>
                <a:gd name="connsiteY10" fmla="*/ 2328697 h 2409720"/>
                <a:gd name="connsiteX11" fmla="*/ 4051139 w 4051139"/>
                <a:gd name="connsiteY11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74694 w 4051139"/>
                <a:gd name="connsiteY7" fmla="*/ 1692089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507129 w 4051139"/>
                <a:gd name="connsiteY8" fmla="*/ 2328697 h 2409720"/>
                <a:gd name="connsiteX9" fmla="*/ 4051139 w 4051139"/>
                <a:gd name="connsiteY9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368233 w 4051139"/>
                <a:gd name="connsiteY8" fmla="*/ 2247674 h 2409720"/>
                <a:gd name="connsiteX9" fmla="*/ 4051139 w 4051139"/>
                <a:gd name="connsiteY9" fmla="*/ 2409720 h 2409720"/>
                <a:gd name="connsiteX0" fmla="*/ 0 w 4051139"/>
                <a:gd name="connsiteY0" fmla="*/ 2411745 h 2423320"/>
                <a:gd name="connsiteX1" fmla="*/ 532435 w 4051139"/>
                <a:gd name="connsiteY1" fmla="*/ 2330722 h 2423320"/>
                <a:gd name="connsiteX2" fmla="*/ 1053296 w 4051139"/>
                <a:gd name="connsiteY2" fmla="*/ 1775138 h 2423320"/>
                <a:gd name="connsiteX3" fmla="*/ 1574157 w 4051139"/>
                <a:gd name="connsiteY3" fmla="*/ 663968 h 2423320"/>
                <a:gd name="connsiteX4" fmla="*/ 1932972 w 4051139"/>
                <a:gd name="connsiteY4" fmla="*/ 85234 h 2423320"/>
                <a:gd name="connsiteX5" fmla="*/ 2257063 w 4051139"/>
                <a:gd name="connsiteY5" fmla="*/ 73659 h 2423320"/>
                <a:gd name="connsiteX6" fmla="*/ 2558006 w 4051139"/>
                <a:gd name="connsiteY6" fmla="*/ 756566 h 2423320"/>
                <a:gd name="connsiteX7" fmla="*/ 2963119 w 4051139"/>
                <a:gd name="connsiteY7" fmla="*/ 1717263 h 2423320"/>
                <a:gd name="connsiteX8" fmla="*/ 3368233 w 4051139"/>
                <a:gd name="connsiteY8" fmla="*/ 2261274 h 2423320"/>
                <a:gd name="connsiteX9" fmla="*/ 4051139 w 4051139"/>
                <a:gd name="connsiteY9" fmla="*/ 2423320 h 2423320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57063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10764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63119 w 4051139"/>
                <a:gd name="connsiteY7" fmla="*/ 1702284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74694 w 4051139"/>
                <a:gd name="connsiteY7" fmla="*/ 1760158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3485 h 2405060"/>
                <a:gd name="connsiteX1" fmla="*/ 532435 w 4051139"/>
                <a:gd name="connsiteY1" fmla="*/ 2312462 h 2405060"/>
                <a:gd name="connsiteX2" fmla="*/ 1053296 w 4051139"/>
                <a:gd name="connsiteY2" fmla="*/ 1756878 h 2405060"/>
                <a:gd name="connsiteX3" fmla="*/ 1574157 w 4051139"/>
                <a:gd name="connsiteY3" fmla="*/ 645708 h 2405060"/>
                <a:gd name="connsiteX4" fmla="*/ 1898248 w 4051139"/>
                <a:gd name="connsiteY4" fmla="*/ 90123 h 2405060"/>
                <a:gd name="connsiteX5" fmla="*/ 2210764 w 4051139"/>
                <a:gd name="connsiteY5" fmla="*/ 55399 h 2405060"/>
                <a:gd name="connsiteX6" fmla="*/ 2523282 w 4051139"/>
                <a:gd name="connsiteY6" fmla="*/ 634134 h 2405060"/>
                <a:gd name="connsiteX7" fmla="*/ 2974694 w 4051139"/>
                <a:gd name="connsiteY7" fmla="*/ 1756877 h 2405060"/>
                <a:gd name="connsiteX8" fmla="*/ 3368233 w 4051139"/>
                <a:gd name="connsiteY8" fmla="*/ 2243014 h 2405060"/>
                <a:gd name="connsiteX9" fmla="*/ 4051139 w 4051139"/>
                <a:gd name="connsiteY9" fmla="*/ 2405060 h 2405060"/>
                <a:gd name="connsiteX0" fmla="*/ 0 w 4051139"/>
                <a:gd name="connsiteY0" fmla="*/ 2391161 h 2402736"/>
                <a:gd name="connsiteX1" fmla="*/ 532435 w 4051139"/>
                <a:gd name="connsiteY1" fmla="*/ 2310138 h 2402736"/>
                <a:gd name="connsiteX2" fmla="*/ 1053296 w 4051139"/>
                <a:gd name="connsiteY2" fmla="*/ 1754554 h 2402736"/>
                <a:gd name="connsiteX3" fmla="*/ 1597306 w 4051139"/>
                <a:gd name="connsiteY3" fmla="*/ 597086 h 2402736"/>
                <a:gd name="connsiteX4" fmla="*/ 1898248 w 4051139"/>
                <a:gd name="connsiteY4" fmla="*/ 87799 h 2402736"/>
                <a:gd name="connsiteX5" fmla="*/ 2210764 w 4051139"/>
                <a:gd name="connsiteY5" fmla="*/ 53075 h 2402736"/>
                <a:gd name="connsiteX6" fmla="*/ 2523282 w 4051139"/>
                <a:gd name="connsiteY6" fmla="*/ 631810 h 2402736"/>
                <a:gd name="connsiteX7" fmla="*/ 2974694 w 4051139"/>
                <a:gd name="connsiteY7" fmla="*/ 1754553 h 2402736"/>
                <a:gd name="connsiteX8" fmla="*/ 3368233 w 4051139"/>
                <a:gd name="connsiteY8" fmla="*/ 2240690 h 2402736"/>
                <a:gd name="connsiteX9" fmla="*/ 4051139 w 4051139"/>
                <a:gd name="connsiteY9" fmla="*/ 2402736 h 240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51139" h="2402736">
                  <a:moveTo>
                    <a:pt x="0" y="2391161"/>
                  </a:moveTo>
                  <a:cubicBezTo>
                    <a:pt x="178443" y="2403700"/>
                    <a:pt x="356886" y="2416239"/>
                    <a:pt x="532435" y="2310138"/>
                  </a:cubicBezTo>
                  <a:cubicBezTo>
                    <a:pt x="707984" y="2204037"/>
                    <a:pt x="875818" y="2040063"/>
                    <a:pt x="1053296" y="1754554"/>
                  </a:cubicBezTo>
                  <a:cubicBezTo>
                    <a:pt x="1230774" y="1469045"/>
                    <a:pt x="1456481" y="874879"/>
                    <a:pt x="1597306" y="597086"/>
                  </a:cubicBezTo>
                  <a:cubicBezTo>
                    <a:pt x="1738131" y="319294"/>
                    <a:pt x="1796005" y="178467"/>
                    <a:pt x="1898248" y="87799"/>
                  </a:cubicBezTo>
                  <a:cubicBezTo>
                    <a:pt x="2000491" y="-2869"/>
                    <a:pt x="2106592" y="-37593"/>
                    <a:pt x="2210764" y="53075"/>
                  </a:cubicBezTo>
                  <a:cubicBezTo>
                    <a:pt x="2314936" y="143743"/>
                    <a:pt x="2395960" y="348230"/>
                    <a:pt x="2523282" y="631810"/>
                  </a:cubicBezTo>
                  <a:cubicBezTo>
                    <a:pt x="2650604" y="915390"/>
                    <a:pt x="2833869" y="1486406"/>
                    <a:pt x="2974694" y="1754553"/>
                  </a:cubicBezTo>
                  <a:cubicBezTo>
                    <a:pt x="3115519" y="2022700"/>
                    <a:pt x="3186896" y="2123014"/>
                    <a:pt x="3368233" y="2240690"/>
                  </a:cubicBezTo>
                  <a:cubicBezTo>
                    <a:pt x="3522562" y="2304351"/>
                    <a:pt x="3856298" y="2394055"/>
                    <a:pt x="4051139" y="2402736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BDFE8AA-8D4A-EB9B-81EC-49EB0760FA51}"/>
                </a:ext>
              </a:extLst>
            </p:cNvPr>
            <p:cNvCxnSpPr>
              <a:cxnSpLocks/>
            </p:cNvCxnSpPr>
            <p:nvPr/>
          </p:nvCxnSpPr>
          <p:spPr>
            <a:xfrm>
              <a:off x="1449383" y="4082825"/>
              <a:ext cx="1602272" cy="1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D6D71BEC-C9BC-3AF7-F937-4ABAC4C5A79F}"/>
                </a:ext>
              </a:extLst>
            </p:cNvPr>
            <p:cNvSpPr/>
            <p:nvPr/>
          </p:nvSpPr>
          <p:spPr>
            <a:xfrm>
              <a:off x="757826" y="4780413"/>
              <a:ext cx="1371237" cy="804126"/>
            </a:xfrm>
            <a:custGeom>
              <a:avLst/>
              <a:gdLst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25165 w 4051139"/>
                <a:gd name="connsiteY9" fmla="*/ 2047515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71464 w 4051139"/>
                <a:gd name="connsiteY9" fmla="*/ 2105389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3934 h 2405509"/>
                <a:gd name="connsiteX1" fmla="*/ 532435 w 4051139"/>
                <a:gd name="connsiteY1" fmla="*/ 2312911 h 2405509"/>
                <a:gd name="connsiteX2" fmla="*/ 1053296 w 4051139"/>
                <a:gd name="connsiteY2" fmla="*/ 1757327 h 2405509"/>
                <a:gd name="connsiteX3" fmla="*/ 1574157 w 4051139"/>
                <a:gd name="connsiteY3" fmla="*/ 646157 h 2405509"/>
                <a:gd name="connsiteX4" fmla="*/ 1932972 w 4051139"/>
                <a:gd name="connsiteY4" fmla="*/ 67423 h 2405509"/>
                <a:gd name="connsiteX5" fmla="*/ 2176041 w 4051139"/>
                <a:gd name="connsiteY5" fmla="*/ 78997 h 2405509"/>
                <a:gd name="connsiteX6" fmla="*/ 2430684 w 4051139"/>
                <a:gd name="connsiteY6" fmla="*/ 391514 h 2405509"/>
                <a:gd name="connsiteX7" fmla="*/ 2673752 w 4051139"/>
                <a:gd name="connsiteY7" fmla="*/ 993397 h 2405509"/>
                <a:gd name="connsiteX8" fmla="*/ 2974694 w 4051139"/>
                <a:gd name="connsiteY8" fmla="*/ 1687878 h 2405509"/>
                <a:gd name="connsiteX9" fmla="*/ 3171464 w 4051139"/>
                <a:gd name="connsiteY9" fmla="*/ 2081418 h 2405509"/>
                <a:gd name="connsiteX10" fmla="*/ 3507129 w 4051139"/>
                <a:gd name="connsiteY10" fmla="*/ 2324486 h 2405509"/>
                <a:gd name="connsiteX11" fmla="*/ 4051139 w 4051139"/>
                <a:gd name="connsiteY11" fmla="*/ 2405509 h 2405509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673752 w 4051139"/>
                <a:gd name="connsiteY7" fmla="*/ 997608 h 2409720"/>
                <a:gd name="connsiteX8" fmla="*/ 2974694 w 4051139"/>
                <a:gd name="connsiteY8" fmla="*/ 1692089 h 2409720"/>
                <a:gd name="connsiteX9" fmla="*/ 3171464 w 4051139"/>
                <a:gd name="connsiteY9" fmla="*/ 2085629 h 2409720"/>
                <a:gd name="connsiteX10" fmla="*/ 3507129 w 4051139"/>
                <a:gd name="connsiteY10" fmla="*/ 2328697 h 2409720"/>
                <a:gd name="connsiteX11" fmla="*/ 4051139 w 4051139"/>
                <a:gd name="connsiteY11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74694 w 4051139"/>
                <a:gd name="connsiteY7" fmla="*/ 1692089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507129 w 4051139"/>
                <a:gd name="connsiteY8" fmla="*/ 2328697 h 2409720"/>
                <a:gd name="connsiteX9" fmla="*/ 4051139 w 4051139"/>
                <a:gd name="connsiteY9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368233 w 4051139"/>
                <a:gd name="connsiteY8" fmla="*/ 2247674 h 2409720"/>
                <a:gd name="connsiteX9" fmla="*/ 4051139 w 4051139"/>
                <a:gd name="connsiteY9" fmla="*/ 2409720 h 2409720"/>
                <a:gd name="connsiteX0" fmla="*/ 0 w 4051139"/>
                <a:gd name="connsiteY0" fmla="*/ 2411745 h 2423320"/>
                <a:gd name="connsiteX1" fmla="*/ 532435 w 4051139"/>
                <a:gd name="connsiteY1" fmla="*/ 2330722 h 2423320"/>
                <a:gd name="connsiteX2" fmla="*/ 1053296 w 4051139"/>
                <a:gd name="connsiteY2" fmla="*/ 1775138 h 2423320"/>
                <a:gd name="connsiteX3" fmla="*/ 1574157 w 4051139"/>
                <a:gd name="connsiteY3" fmla="*/ 663968 h 2423320"/>
                <a:gd name="connsiteX4" fmla="*/ 1932972 w 4051139"/>
                <a:gd name="connsiteY4" fmla="*/ 85234 h 2423320"/>
                <a:gd name="connsiteX5" fmla="*/ 2257063 w 4051139"/>
                <a:gd name="connsiteY5" fmla="*/ 73659 h 2423320"/>
                <a:gd name="connsiteX6" fmla="*/ 2558006 w 4051139"/>
                <a:gd name="connsiteY6" fmla="*/ 756566 h 2423320"/>
                <a:gd name="connsiteX7" fmla="*/ 2963119 w 4051139"/>
                <a:gd name="connsiteY7" fmla="*/ 1717263 h 2423320"/>
                <a:gd name="connsiteX8" fmla="*/ 3368233 w 4051139"/>
                <a:gd name="connsiteY8" fmla="*/ 2261274 h 2423320"/>
                <a:gd name="connsiteX9" fmla="*/ 4051139 w 4051139"/>
                <a:gd name="connsiteY9" fmla="*/ 2423320 h 2423320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57063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10764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63119 w 4051139"/>
                <a:gd name="connsiteY7" fmla="*/ 1702284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74694 w 4051139"/>
                <a:gd name="connsiteY7" fmla="*/ 1760158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3485 h 2405060"/>
                <a:gd name="connsiteX1" fmla="*/ 532435 w 4051139"/>
                <a:gd name="connsiteY1" fmla="*/ 2312462 h 2405060"/>
                <a:gd name="connsiteX2" fmla="*/ 1053296 w 4051139"/>
                <a:gd name="connsiteY2" fmla="*/ 1756878 h 2405060"/>
                <a:gd name="connsiteX3" fmla="*/ 1574157 w 4051139"/>
                <a:gd name="connsiteY3" fmla="*/ 645708 h 2405060"/>
                <a:gd name="connsiteX4" fmla="*/ 1898248 w 4051139"/>
                <a:gd name="connsiteY4" fmla="*/ 90123 h 2405060"/>
                <a:gd name="connsiteX5" fmla="*/ 2210764 w 4051139"/>
                <a:gd name="connsiteY5" fmla="*/ 55399 h 2405060"/>
                <a:gd name="connsiteX6" fmla="*/ 2523282 w 4051139"/>
                <a:gd name="connsiteY6" fmla="*/ 634134 h 2405060"/>
                <a:gd name="connsiteX7" fmla="*/ 2974694 w 4051139"/>
                <a:gd name="connsiteY7" fmla="*/ 1756877 h 2405060"/>
                <a:gd name="connsiteX8" fmla="*/ 3368233 w 4051139"/>
                <a:gd name="connsiteY8" fmla="*/ 2243014 h 2405060"/>
                <a:gd name="connsiteX9" fmla="*/ 4051139 w 4051139"/>
                <a:gd name="connsiteY9" fmla="*/ 2405060 h 2405060"/>
                <a:gd name="connsiteX0" fmla="*/ 0 w 4051139"/>
                <a:gd name="connsiteY0" fmla="*/ 2391161 h 2402736"/>
                <a:gd name="connsiteX1" fmla="*/ 532435 w 4051139"/>
                <a:gd name="connsiteY1" fmla="*/ 2310138 h 2402736"/>
                <a:gd name="connsiteX2" fmla="*/ 1053296 w 4051139"/>
                <a:gd name="connsiteY2" fmla="*/ 1754554 h 2402736"/>
                <a:gd name="connsiteX3" fmla="*/ 1597306 w 4051139"/>
                <a:gd name="connsiteY3" fmla="*/ 597086 h 2402736"/>
                <a:gd name="connsiteX4" fmla="*/ 1898248 w 4051139"/>
                <a:gd name="connsiteY4" fmla="*/ 87799 h 2402736"/>
                <a:gd name="connsiteX5" fmla="*/ 2210764 w 4051139"/>
                <a:gd name="connsiteY5" fmla="*/ 53075 h 2402736"/>
                <a:gd name="connsiteX6" fmla="*/ 2523282 w 4051139"/>
                <a:gd name="connsiteY6" fmla="*/ 631810 h 2402736"/>
                <a:gd name="connsiteX7" fmla="*/ 2974694 w 4051139"/>
                <a:gd name="connsiteY7" fmla="*/ 1754553 h 2402736"/>
                <a:gd name="connsiteX8" fmla="*/ 3368233 w 4051139"/>
                <a:gd name="connsiteY8" fmla="*/ 2240690 h 2402736"/>
                <a:gd name="connsiteX9" fmla="*/ 4051139 w 4051139"/>
                <a:gd name="connsiteY9" fmla="*/ 2402736 h 240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51139" h="2402736">
                  <a:moveTo>
                    <a:pt x="0" y="2391161"/>
                  </a:moveTo>
                  <a:cubicBezTo>
                    <a:pt x="178443" y="2403700"/>
                    <a:pt x="356886" y="2416239"/>
                    <a:pt x="532435" y="2310138"/>
                  </a:cubicBezTo>
                  <a:cubicBezTo>
                    <a:pt x="707984" y="2204037"/>
                    <a:pt x="875818" y="2040063"/>
                    <a:pt x="1053296" y="1754554"/>
                  </a:cubicBezTo>
                  <a:cubicBezTo>
                    <a:pt x="1230774" y="1469045"/>
                    <a:pt x="1456481" y="874879"/>
                    <a:pt x="1597306" y="597086"/>
                  </a:cubicBezTo>
                  <a:cubicBezTo>
                    <a:pt x="1738131" y="319294"/>
                    <a:pt x="1796005" y="178467"/>
                    <a:pt x="1898248" y="87799"/>
                  </a:cubicBezTo>
                  <a:cubicBezTo>
                    <a:pt x="2000491" y="-2869"/>
                    <a:pt x="2106592" y="-37593"/>
                    <a:pt x="2210764" y="53075"/>
                  </a:cubicBezTo>
                  <a:cubicBezTo>
                    <a:pt x="2314936" y="143743"/>
                    <a:pt x="2395960" y="348230"/>
                    <a:pt x="2523282" y="631810"/>
                  </a:cubicBezTo>
                  <a:cubicBezTo>
                    <a:pt x="2650604" y="915390"/>
                    <a:pt x="2833869" y="1486406"/>
                    <a:pt x="2974694" y="1754553"/>
                  </a:cubicBezTo>
                  <a:cubicBezTo>
                    <a:pt x="3115519" y="2022700"/>
                    <a:pt x="3186896" y="2123014"/>
                    <a:pt x="3368233" y="2240690"/>
                  </a:cubicBezTo>
                  <a:cubicBezTo>
                    <a:pt x="3522562" y="2304351"/>
                    <a:pt x="3856298" y="2394055"/>
                    <a:pt x="4051139" y="2402736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BBB7C7C-0224-2017-3E61-3311CBC98CFC}"/>
                </a:ext>
              </a:extLst>
            </p:cNvPr>
            <p:cNvCxnSpPr>
              <a:cxnSpLocks/>
            </p:cNvCxnSpPr>
            <p:nvPr/>
          </p:nvCxnSpPr>
          <p:spPr>
            <a:xfrm>
              <a:off x="1633182" y="4897459"/>
              <a:ext cx="207673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lgDash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0AA80A4-EEE5-0427-3D55-E91CC04BCFA9}"/>
                </a:ext>
              </a:extLst>
            </p:cNvPr>
            <p:cNvSpPr/>
            <p:nvPr/>
          </p:nvSpPr>
          <p:spPr>
            <a:xfrm>
              <a:off x="1093680" y="5447614"/>
              <a:ext cx="2687894" cy="694758"/>
            </a:xfrm>
            <a:custGeom>
              <a:avLst/>
              <a:gdLst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25165 w 4051139"/>
                <a:gd name="connsiteY9" fmla="*/ 2047515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71464 w 4051139"/>
                <a:gd name="connsiteY9" fmla="*/ 2105389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3934 h 2405509"/>
                <a:gd name="connsiteX1" fmla="*/ 532435 w 4051139"/>
                <a:gd name="connsiteY1" fmla="*/ 2312911 h 2405509"/>
                <a:gd name="connsiteX2" fmla="*/ 1053296 w 4051139"/>
                <a:gd name="connsiteY2" fmla="*/ 1757327 h 2405509"/>
                <a:gd name="connsiteX3" fmla="*/ 1574157 w 4051139"/>
                <a:gd name="connsiteY3" fmla="*/ 646157 h 2405509"/>
                <a:gd name="connsiteX4" fmla="*/ 1932972 w 4051139"/>
                <a:gd name="connsiteY4" fmla="*/ 67423 h 2405509"/>
                <a:gd name="connsiteX5" fmla="*/ 2176041 w 4051139"/>
                <a:gd name="connsiteY5" fmla="*/ 78997 h 2405509"/>
                <a:gd name="connsiteX6" fmla="*/ 2430684 w 4051139"/>
                <a:gd name="connsiteY6" fmla="*/ 391514 h 2405509"/>
                <a:gd name="connsiteX7" fmla="*/ 2673752 w 4051139"/>
                <a:gd name="connsiteY7" fmla="*/ 993397 h 2405509"/>
                <a:gd name="connsiteX8" fmla="*/ 2974694 w 4051139"/>
                <a:gd name="connsiteY8" fmla="*/ 1687878 h 2405509"/>
                <a:gd name="connsiteX9" fmla="*/ 3171464 w 4051139"/>
                <a:gd name="connsiteY9" fmla="*/ 2081418 h 2405509"/>
                <a:gd name="connsiteX10" fmla="*/ 3507129 w 4051139"/>
                <a:gd name="connsiteY10" fmla="*/ 2324486 h 2405509"/>
                <a:gd name="connsiteX11" fmla="*/ 4051139 w 4051139"/>
                <a:gd name="connsiteY11" fmla="*/ 2405509 h 2405509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673752 w 4051139"/>
                <a:gd name="connsiteY7" fmla="*/ 997608 h 2409720"/>
                <a:gd name="connsiteX8" fmla="*/ 2974694 w 4051139"/>
                <a:gd name="connsiteY8" fmla="*/ 1692089 h 2409720"/>
                <a:gd name="connsiteX9" fmla="*/ 3171464 w 4051139"/>
                <a:gd name="connsiteY9" fmla="*/ 2085629 h 2409720"/>
                <a:gd name="connsiteX10" fmla="*/ 3507129 w 4051139"/>
                <a:gd name="connsiteY10" fmla="*/ 2328697 h 2409720"/>
                <a:gd name="connsiteX11" fmla="*/ 4051139 w 4051139"/>
                <a:gd name="connsiteY11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74694 w 4051139"/>
                <a:gd name="connsiteY7" fmla="*/ 1692089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507129 w 4051139"/>
                <a:gd name="connsiteY8" fmla="*/ 2328697 h 2409720"/>
                <a:gd name="connsiteX9" fmla="*/ 4051139 w 4051139"/>
                <a:gd name="connsiteY9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368233 w 4051139"/>
                <a:gd name="connsiteY8" fmla="*/ 2247674 h 2409720"/>
                <a:gd name="connsiteX9" fmla="*/ 4051139 w 4051139"/>
                <a:gd name="connsiteY9" fmla="*/ 2409720 h 2409720"/>
                <a:gd name="connsiteX0" fmla="*/ 0 w 4051139"/>
                <a:gd name="connsiteY0" fmla="*/ 2411745 h 2423320"/>
                <a:gd name="connsiteX1" fmla="*/ 532435 w 4051139"/>
                <a:gd name="connsiteY1" fmla="*/ 2330722 h 2423320"/>
                <a:gd name="connsiteX2" fmla="*/ 1053296 w 4051139"/>
                <a:gd name="connsiteY2" fmla="*/ 1775138 h 2423320"/>
                <a:gd name="connsiteX3" fmla="*/ 1574157 w 4051139"/>
                <a:gd name="connsiteY3" fmla="*/ 663968 h 2423320"/>
                <a:gd name="connsiteX4" fmla="*/ 1932972 w 4051139"/>
                <a:gd name="connsiteY4" fmla="*/ 85234 h 2423320"/>
                <a:gd name="connsiteX5" fmla="*/ 2257063 w 4051139"/>
                <a:gd name="connsiteY5" fmla="*/ 73659 h 2423320"/>
                <a:gd name="connsiteX6" fmla="*/ 2558006 w 4051139"/>
                <a:gd name="connsiteY6" fmla="*/ 756566 h 2423320"/>
                <a:gd name="connsiteX7" fmla="*/ 2963119 w 4051139"/>
                <a:gd name="connsiteY7" fmla="*/ 1717263 h 2423320"/>
                <a:gd name="connsiteX8" fmla="*/ 3368233 w 4051139"/>
                <a:gd name="connsiteY8" fmla="*/ 2261274 h 2423320"/>
                <a:gd name="connsiteX9" fmla="*/ 4051139 w 4051139"/>
                <a:gd name="connsiteY9" fmla="*/ 2423320 h 2423320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57063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10764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63119 w 4051139"/>
                <a:gd name="connsiteY7" fmla="*/ 1702284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74694 w 4051139"/>
                <a:gd name="connsiteY7" fmla="*/ 1760158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3485 h 2405060"/>
                <a:gd name="connsiteX1" fmla="*/ 532435 w 4051139"/>
                <a:gd name="connsiteY1" fmla="*/ 2312462 h 2405060"/>
                <a:gd name="connsiteX2" fmla="*/ 1053296 w 4051139"/>
                <a:gd name="connsiteY2" fmla="*/ 1756878 h 2405060"/>
                <a:gd name="connsiteX3" fmla="*/ 1574157 w 4051139"/>
                <a:gd name="connsiteY3" fmla="*/ 645708 h 2405060"/>
                <a:gd name="connsiteX4" fmla="*/ 1898248 w 4051139"/>
                <a:gd name="connsiteY4" fmla="*/ 90123 h 2405060"/>
                <a:gd name="connsiteX5" fmla="*/ 2210764 w 4051139"/>
                <a:gd name="connsiteY5" fmla="*/ 55399 h 2405060"/>
                <a:gd name="connsiteX6" fmla="*/ 2523282 w 4051139"/>
                <a:gd name="connsiteY6" fmla="*/ 634134 h 2405060"/>
                <a:gd name="connsiteX7" fmla="*/ 2974694 w 4051139"/>
                <a:gd name="connsiteY7" fmla="*/ 1756877 h 2405060"/>
                <a:gd name="connsiteX8" fmla="*/ 3368233 w 4051139"/>
                <a:gd name="connsiteY8" fmla="*/ 2243014 h 2405060"/>
                <a:gd name="connsiteX9" fmla="*/ 4051139 w 4051139"/>
                <a:gd name="connsiteY9" fmla="*/ 2405060 h 2405060"/>
                <a:gd name="connsiteX0" fmla="*/ 0 w 4051139"/>
                <a:gd name="connsiteY0" fmla="*/ 2391161 h 2402736"/>
                <a:gd name="connsiteX1" fmla="*/ 532435 w 4051139"/>
                <a:gd name="connsiteY1" fmla="*/ 2310138 h 2402736"/>
                <a:gd name="connsiteX2" fmla="*/ 1053296 w 4051139"/>
                <a:gd name="connsiteY2" fmla="*/ 1754554 h 2402736"/>
                <a:gd name="connsiteX3" fmla="*/ 1597306 w 4051139"/>
                <a:gd name="connsiteY3" fmla="*/ 597086 h 2402736"/>
                <a:gd name="connsiteX4" fmla="*/ 1898248 w 4051139"/>
                <a:gd name="connsiteY4" fmla="*/ 87799 h 2402736"/>
                <a:gd name="connsiteX5" fmla="*/ 2210764 w 4051139"/>
                <a:gd name="connsiteY5" fmla="*/ 53075 h 2402736"/>
                <a:gd name="connsiteX6" fmla="*/ 2523282 w 4051139"/>
                <a:gd name="connsiteY6" fmla="*/ 631810 h 2402736"/>
                <a:gd name="connsiteX7" fmla="*/ 2974694 w 4051139"/>
                <a:gd name="connsiteY7" fmla="*/ 1754553 h 2402736"/>
                <a:gd name="connsiteX8" fmla="*/ 3368233 w 4051139"/>
                <a:gd name="connsiteY8" fmla="*/ 2240690 h 2402736"/>
                <a:gd name="connsiteX9" fmla="*/ 4051139 w 4051139"/>
                <a:gd name="connsiteY9" fmla="*/ 2402736 h 240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51139" h="2402736">
                  <a:moveTo>
                    <a:pt x="0" y="2391161"/>
                  </a:moveTo>
                  <a:cubicBezTo>
                    <a:pt x="178443" y="2403700"/>
                    <a:pt x="356886" y="2416239"/>
                    <a:pt x="532435" y="2310138"/>
                  </a:cubicBezTo>
                  <a:cubicBezTo>
                    <a:pt x="707984" y="2204037"/>
                    <a:pt x="875818" y="2040063"/>
                    <a:pt x="1053296" y="1754554"/>
                  </a:cubicBezTo>
                  <a:cubicBezTo>
                    <a:pt x="1230774" y="1469045"/>
                    <a:pt x="1456481" y="874879"/>
                    <a:pt x="1597306" y="597086"/>
                  </a:cubicBezTo>
                  <a:cubicBezTo>
                    <a:pt x="1738131" y="319294"/>
                    <a:pt x="1796005" y="178467"/>
                    <a:pt x="1898248" y="87799"/>
                  </a:cubicBezTo>
                  <a:cubicBezTo>
                    <a:pt x="2000491" y="-2869"/>
                    <a:pt x="2106592" y="-37593"/>
                    <a:pt x="2210764" y="53075"/>
                  </a:cubicBezTo>
                  <a:cubicBezTo>
                    <a:pt x="2314936" y="143743"/>
                    <a:pt x="2395960" y="348230"/>
                    <a:pt x="2523282" y="631810"/>
                  </a:cubicBezTo>
                  <a:cubicBezTo>
                    <a:pt x="2650604" y="915390"/>
                    <a:pt x="2833869" y="1486406"/>
                    <a:pt x="2974694" y="1754553"/>
                  </a:cubicBezTo>
                  <a:cubicBezTo>
                    <a:pt x="3115519" y="2022700"/>
                    <a:pt x="3186896" y="2123014"/>
                    <a:pt x="3368233" y="2240690"/>
                  </a:cubicBezTo>
                  <a:cubicBezTo>
                    <a:pt x="3522562" y="2304351"/>
                    <a:pt x="3856298" y="2394055"/>
                    <a:pt x="4051139" y="2402736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944A76D-E6A1-5659-4F81-0AB8F51A20AE}"/>
                </a:ext>
              </a:extLst>
            </p:cNvPr>
            <p:cNvCxnSpPr>
              <a:cxnSpLocks/>
            </p:cNvCxnSpPr>
            <p:nvPr/>
          </p:nvCxnSpPr>
          <p:spPr>
            <a:xfrm>
              <a:off x="2808684" y="5574519"/>
              <a:ext cx="1436104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6CADBDF3-9DE8-3906-A370-72FC966B3B10}"/>
              </a:ext>
            </a:extLst>
          </p:cNvPr>
          <p:cNvSpPr txBox="1"/>
          <p:nvPr/>
        </p:nvSpPr>
        <p:spPr>
          <a:xfrm>
            <a:off x="-264530" y="724851"/>
            <a:ext cx="1005982" cy="3600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SE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39C1B4-5FEC-7EA4-246E-AEE705B46F91}"/>
              </a:ext>
            </a:extLst>
          </p:cNvPr>
          <p:cNvSpPr txBox="1"/>
          <p:nvPr/>
        </p:nvSpPr>
        <p:spPr>
          <a:xfrm>
            <a:off x="5807968" y="724680"/>
            <a:ext cx="1005982" cy="3600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SE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5CEF10-7A33-0A45-3A09-1B304AB6F267}"/>
              </a:ext>
            </a:extLst>
          </p:cNvPr>
          <p:cNvGrpSpPr/>
          <p:nvPr/>
        </p:nvGrpSpPr>
        <p:grpSpPr>
          <a:xfrm>
            <a:off x="-173406" y="1063667"/>
            <a:ext cx="6849180" cy="5220438"/>
            <a:chOff x="-155586" y="1532474"/>
            <a:chExt cx="6849180" cy="522043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54B26A-47EE-3952-9AC9-F747CCFD69A3}"/>
                </a:ext>
              </a:extLst>
            </p:cNvPr>
            <p:cNvGrpSpPr/>
            <p:nvPr/>
          </p:nvGrpSpPr>
          <p:grpSpPr>
            <a:xfrm>
              <a:off x="-155586" y="1532474"/>
              <a:ext cx="6849180" cy="5182121"/>
              <a:chOff x="6021987" y="1605856"/>
              <a:chExt cx="6849180" cy="5182121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554407DC-305F-3A54-523E-24A6370537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rgbClr val="007681">
                    <a:shade val="45000"/>
                    <a:satMod val="135000"/>
                  </a:srgbClr>
                  <a:prstClr val="white"/>
                </a:duotone>
                <a:alphaModFix amt="39000"/>
              </a:blip>
              <a:stretch>
                <a:fillRect/>
              </a:stretch>
            </p:blipFill>
            <p:spPr>
              <a:xfrm flipH="1">
                <a:off x="8749238" y="2738750"/>
                <a:ext cx="3417416" cy="1423128"/>
              </a:xfrm>
              <a:prstGeom prst="rect">
                <a:avLst/>
              </a:prstGeom>
            </p:spPr>
          </p:pic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BFE9327-B022-4A62-65EA-7755633A5B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88422" y="3485643"/>
                <a:ext cx="2807308" cy="0"/>
              </a:xfrm>
              <a:prstGeom prst="line">
                <a:avLst/>
              </a:prstGeom>
              <a:noFill/>
              <a:ln w="444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  <a:miter lim="800000"/>
                <a:headEnd type="triangle" w="med" len="med"/>
                <a:tailEnd type="none" w="med" len="med"/>
              </a:ln>
              <a:effectLst/>
            </p:spPr>
          </p:cxnSp>
          <p:sp>
            <p:nvSpPr>
              <p:cNvPr id="72" name="Text Box 2">
                <a:extLst>
                  <a:ext uri="{FF2B5EF4-FFF2-40B4-BE49-F238E27FC236}">
                    <a16:creationId xmlns:a16="http://schemas.microsoft.com/office/drawing/2014/main" id="{4A3D5787-2261-2EFB-6BCA-CD3285525F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8987" y="3367566"/>
                <a:ext cx="1966852" cy="4369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SE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Consumption</a:t>
                </a:r>
              </a:p>
            </p:txBody>
          </p:sp>
          <p:sp>
            <p:nvSpPr>
              <p:cNvPr id="73" name="Text Box 2">
                <a:extLst>
                  <a:ext uri="{FF2B5EF4-FFF2-40B4-BE49-F238E27FC236}">
                    <a16:creationId xmlns:a16="http://schemas.microsoft.com/office/drawing/2014/main" id="{7C083B0C-D69B-CB56-C2BE-25D99071A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1706" y="1822749"/>
                <a:ext cx="1737310" cy="4295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SE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Metabolism</a:t>
                </a:r>
              </a:p>
            </p:txBody>
          </p:sp>
          <p:cxnSp>
            <p:nvCxnSpPr>
              <p:cNvPr id="74" name="Rak pil 14">
                <a:extLst>
                  <a:ext uri="{FF2B5EF4-FFF2-40B4-BE49-F238E27FC236}">
                    <a16:creationId xmlns:a16="http://schemas.microsoft.com/office/drawing/2014/main" id="{94E3A3AD-9DBC-294D-9D6D-471C602062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3125" y="2501654"/>
                <a:ext cx="375551" cy="925208"/>
              </a:xfrm>
              <a:prstGeom prst="straightConnector1">
                <a:avLst/>
              </a:prstGeom>
              <a:noFill/>
              <a:ln w="44450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ysDot"/>
                <a:miter lim="800000"/>
                <a:tailEnd type="triangle"/>
              </a:ln>
              <a:effectLst/>
            </p:spPr>
          </p:cxnSp>
          <p:cxnSp>
            <p:nvCxnSpPr>
              <p:cNvPr id="75" name="Rak pil 16">
                <a:extLst>
                  <a:ext uri="{FF2B5EF4-FFF2-40B4-BE49-F238E27FC236}">
                    <a16:creationId xmlns:a16="http://schemas.microsoft.com/office/drawing/2014/main" id="{F0084EAE-B9A0-DBD9-58BF-BDC04D3A4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4549" y="3598898"/>
                <a:ext cx="924193" cy="840961"/>
              </a:xfrm>
              <a:prstGeom prst="straightConnector1">
                <a:avLst/>
              </a:prstGeom>
              <a:noFill/>
              <a:ln w="44450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ysDot"/>
                <a:miter lim="800000"/>
                <a:tailEnd type="triangle"/>
              </a:ln>
              <a:effectLst/>
            </p:spPr>
          </p:cxnSp>
          <p:sp>
            <p:nvSpPr>
              <p:cNvPr id="76" name="Ellips 25">
                <a:extLst>
                  <a:ext uri="{FF2B5EF4-FFF2-40B4-BE49-F238E27FC236}">
                    <a16:creationId xmlns:a16="http://schemas.microsoft.com/office/drawing/2014/main" id="{7EC3ECFE-6CA0-EDA8-54B6-9AEB9F81AB61}"/>
                  </a:ext>
                </a:extLst>
              </p:cNvPr>
              <p:cNvSpPr/>
              <p:nvPr/>
            </p:nvSpPr>
            <p:spPr>
              <a:xfrm rot="15843108">
                <a:off x="11327482" y="4529246"/>
                <a:ext cx="57166" cy="5716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127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 Box 2">
                <a:extLst>
                  <a:ext uri="{FF2B5EF4-FFF2-40B4-BE49-F238E27FC236}">
                    <a16:creationId xmlns:a16="http://schemas.microsoft.com/office/drawing/2014/main" id="{48326B7A-FC06-2226-1DDF-CD49CF1E7C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02592" y="4535791"/>
                <a:ext cx="1898044" cy="2313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/>
                <a:r>
                  <a:rPr lang="en-SE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Reproduction</a:t>
                </a:r>
              </a:p>
            </p:txBody>
          </p:sp>
          <p:sp>
            <p:nvSpPr>
              <p:cNvPr id="78" name="Text Box 2">
                <a:extLst>
                  <a:ext uri="{FF2B5EF4-FFF2-40B4-BE49-F238E27FC236}">
                    <a16:creationId xmlns:a16="http://schemas.microsoft.com/office/drawing/2014/main" id="{9099B738-1C69-951C-EF96-2F2BDE95B5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3765" y="3290383"/>
                <a:ext cx="1737311" cy="4295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/>
                <a:r>
                  <a:rPr lang="en-SE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Growth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E656C0A7-1278-9D63-B083-82D81476AD95}"/>
                      </a:ext>
                    </a:extLst>
                  </p:cNvPr>
                  <p:cNvSpPr/>
                  <p:nvPr/>
                </p:nvSpPr>
                <p:spPr>
                  <a:xfrm>
                    <a:off x="8833630" y="2160126"/>
                    <a:ext cx="1685269" cy="34932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SE" sz="16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SE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SE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E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SE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E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SE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sSub>
                            <m:sSubPr>
                              <m:ctrlPr>
                                <a:rPr lang="sv-SE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</m:sub>
                          </m:sSub>
                          <m:d>
                            <m:dPr>
                              <m:ctrlPr>
                                <a:rPr lang="en-SE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E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m:oMathPara>
                    </a14:m>
                    <a:endParaRPr lang="en-SE" sz="1600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E656C0A7-1278-9D63-B083-82D81476AD9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3630" y="2160126"/>
                    <a:ext cx="1685269" cy="34932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8892C143-7595-8507-C58D-4C77B769A6EC}"/>
                      </a:ext>
                    </a:extLst>
                  </p:cNvPr>
                  <p:cNvSpPr/>
                  <p:nvPr/>
                </p:nvSpPr>
                <p:spPr>
                  <a:xfrm>
                    <a:off x="6021987" y="3914219"/>
                    <a:ext cx="3985002" cy="87684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lvl="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kumimoji="0" lang="en-SE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kumimoji="0" lang="sv-SE" sz="16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sv-SE" sz="16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𝑖𝑛𝑡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𝑎𝑣𝑎</m:t>
                                  </m:r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kumimoji="0" lang="sv-SE" sz="16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sv-SE" sz="16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𝑖𝑛𝑡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𝑎𝑣𝑎</m:t>
                                  </m:r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0" lang="en-GB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SE" sz="16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kumimoji="0" lang="en-SE" sz="16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kumimoji="0" lang="en-SE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0" lang="sv-SE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sv-SE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𝑖𝑛𝑡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SE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m:oMathPara>
                    </a14:m>
                    <a:endParaRPr kumimoji="0" lang="en-SE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SE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8892C143-7595-8507-C58D-4C77B769A6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21987" y="3914219"/>
                    <a:ext cx="3985002" cy="8768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Ellips 25">
                <a:extLst>
                  <a:ext uri="{FF2B5EF4-FFF2-40B4-BE49-F238E27FC236}">
                    <a16:creationId xmlns:a16="http://schemas.microsoft.com/office/drawing/2014/main" id="{57C7577B-A30F-70FC-A869-542867244A07}"/>
                  </a:ext>
                </a:extLst>
              </p:cNvPr>
              <p:cNvSpPr/>
              <p:nvPr/>
            </p:nvSpPr>
            <p:spPr>
              <a:xfrm rot="15843108">
                <a:off x="11241719" y="4275267"/>
                <a:ext cx="57166" cy="5716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127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Ellips 25">
                <a:extLst>
                  <a:ext uri="{FF2B5EF4-FFF2-40B4-BE49-F238E27FC236}">
                    <a16:creationId xmlns:a16="http://schemas.microsoft.com/office/drawing/2014/main" id="{8611C94D-0848-7657-FDD9-C4D1C692E5FF}"/>
                  </a:ext>
                </a:extLst>
              </p:cNvPr>
              <p:cNvSpPr/>
              <p:nvPr/>
            </p:nvSpPr>
            <p:spPr>
              <a:xfrm rot="15843108">
                <a:off x="11101540" y="4429182"/>
                <a:ext cx="57166" cy="5716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127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6A59A7D8-39F3-971A-AC4D-AD4F218428AA}"/>
                  </a:ext>
                </a:extLst>
              </p:cNvPr>
              <p:cNvGrpSpPr/>
              <p:nvPr/>
            </p:nvGrpSpPr>
            <p:grpSpPr>
              <a:xfrm>
                <a:off x="6920827" y="5375555"/>
                <a:ext cx="4279588" cy="1412422"/>
                <a:chOff x="5967008" y="5082254"/>
                <a:chExt cx="4279588" cy="1412422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1FD2C89D-37A0-4917-A440-0891DE3FCA32}"/>
                    </a:ext>
                  </a:extLst>
                </p:cNvPr>
                <p:cNvSpPr/>
                <p:nvPr/>
              </p:nvSpPr>
              <p:spPr>
                <a:xfrm>
                  <a:off x="5986620" y="5098638"/>
                  <a:ext cx="4259976" cy="1396038"/>
                </a:xfrm>
                <a:prstGeom prst="rect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SE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Rectangle 84">
                      <a:extLst>
                        <a:ext uri="{FF2B5EF4-FFF2-40B4-BE49-F238E27FC236}">
                          <a16:creationId xmlns:a16="http://schemas.microsoft.com/office/drawing/2014/main" id="{3BC04ADA-3E63-3CEC-6CF8-94B3CA8D7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7008" y="5082254"/>
                      <a:ext cx="1922834" cy="131215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sv-SE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SE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kumimoji="0" lang="sv-SE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kumimoji="0" lang="en-SE" sz="16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kumimoji="0" lang="en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kumimoji="0" lang="en-SE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kumimoji="0" lang="en-SE" sz="1600" b="0" i="0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0" lang="en-SE" sz="1600" b="0" i="1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SE" sz="1600" b="0" i="1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SE" sz="1600" b="0" i="1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𝑟𝑒𝑓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a:rPr kumimoji="0" lang="en-SE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𝑘𝑇</m:t>
                                    </m:r>
                                    <m:sSub>
                                      <m:sSubPr>
                                        <m:ctrlP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kumimoji="0" lang="en-SE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oMath>
                        </m:oMathPara>
                      </a14:m>
                      <a:endParaRPr kumimoji="0" lang="sv-SE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sv-SE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SE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kumimoji="0" lang="en-SE" sz="16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kumimoji="0" lang="sv-SE" sz="16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kumimoji="0" lang="sv-SE" sz="16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sv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sv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kumimoji="0" lang="sv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kumimoji="0" lang="sv-SE" sz="16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0" lang="sv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sv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0" lang="sv-SE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kumimoji="0" lang="sv-SE" sz="16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kumimoji="0" lang="en-SE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E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5" name="Rectangle 84">
                      <a:extLst>
                        <a:ext uri="{FF2B5EF4-FFF2-40B4-BE49-F238E27FC236}">
                          <a16:creationId xmlns:a16="http://schemas.microsoft.com/office/drawing/2014/main" id="{3BC04ADA-3E63-3CEC-6CF8-94B3CA8D795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67008" y="5082254"/>
                      <a:ext cx="1922834" cy="13121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B9E1EECE-A849-6F17-D3C8-12EB32E43802}"/>
                    </a:ext>
                  </a:extLst>
                </p:cNvPr>
                <p:cNvSpPr/>
                <p:nvPr/>
              </p:nvSpPr>
              <p:spPr>
                <a:xfrm>
                  <a:off x="8760041" y="5332186"/>
                  <a:ext cx="1371237" cy="824793"/>
                </a:xfrm>
                <a:custGeom>
                  <a:avLst/>
                  <a:gdLst>
                    <a:gd name="connsiteX0" fmla="*/ 0 w 4051139"/>
                    <a:gd name="connsiteY0" fmla="*/ 2417905 h 2429480"/>
                    <a:gd name="connsiteX1" fmla="*/ 532435 w 4051139"/>
                    <a:gd name="connsiteY1" fmla="*/ 2336882 h 2429480"/>
                    <a:gd name="connsiteX2" fmla="*/ 1053296 w 4051139"/>
                    <a:gd name="connsiteY2" fmla="*/ 1781298 h 2429480"/>
                    <a:gd name="connsiteX3" fmla="*/ 1574157 w 4051139"/>
                    <a:gd name="connsiteY3" fmla="*/ 670128 h 2429480"/>
                    <a:gd name="connsiteX4" fmla="*/ 1932972 w 4051139"/>
                    <a:gd name="connsiteY4" fmla="*/ 91394 h 2429480"/>
                    <a:gd name="connsiteX5" fmla="*/ 2118167 w 4051139"/>
                    <a:gd name="connsiteY5" fmla="*/ 33520 h 2429480"/>
                    <a:gd name="connsiteX6" fmla="*/ 2430684 w 4051139"/>
                    <a:gd name="connsiteY6" fmla="*/ 415485 h 2429480"/>
                    <a:gd name="connsiteX7" fmla="*/ 2673752 w 4051139"/>
                    <a:gd name="connsiteY7" fmla="*/ 1017368 h 2429480"/>
                    <a:gd name="connsiteX8" fmla="*/ 2974694 w 4051139"/>
                    <a:gd name="connsiteY8" fmla="*/ 1711849 h 2429480"/>
                    <a:gd name="connsiteX9" fmla="*/ 3125165 w 4051139"/>
                    <a:gd name="connsiteY9" fmla="*/ 2047515 h 2429480"/>
                    <a:gd name="connsiteX10" fmla="*/ 3507129 w 4051139"/>
                    <a:gd name="connsiteY10" fmla="*/ 2348457 h 2429480"/>
                    <a:gd name="connsiteX11" fmla="*/ 4051139 w 4051139"/>
                    <a:gd name="connsiteY11" fmla="*/ 2429480 h 2429480"/>
                    <a:gd name="connsiteX0" fmla="*/ 0 w 4051139"/>
                    <a:gd name="connsiteY0" fmla="*/ 2417905 h 2429480"/>
                    <a:gd name="connsiteX1" fmla="*/ 532435 w 4051139"/>
                    <a:gd name="connsiteY1" fmla="*/ 2336882 h 2429480"/>
                    <a:gd name="connsiteX2" fmla="*/ 1053296 w 4051139"/>
                    <a:gd name="connsiteY2" fmla="*/ 1781298 h 2429480"/>
                    <a:gd name="connsiteX3" fmla="*/ 1574157 w 4051139"/>
                    <a:gd name="connsiteY3" fmla="*/ 670128 h 2429480"/>
                    <a:gd name="connsiteX4" fmla="*/ 1932972 w 4051139"/>
                    <a:gd name="connsiteY4" fmla="*/ 91394 h 2429480"/>
                    <a:gd name="connsiteX5" fmla="*/ 2118167 w 4051139"/>
                    <a:gd name="connsiteY5" fmla="*/ 33520 h 2429480"/>
                    <a:gd name="connsiteX6" fmla="*/ 2430684 w 4051139"/>
                    <a:gd name="connsiteY6" fmla="*/ 415485 h 2429480"/>
                    <a:gd name="connsiteX7" fmla="*/ 2673752 w 4051139"/>
                    <a:gd name="connsiteY7" fmla="*/ 1017368 h 2429480"/>
                    <a:gd name="connsiteX8" fmla="*/ 2974694 w 4051139"/>
                    <a:gd name="connsiteY8" fmla="*/ 1711849 h 2429480"/>
                    <a:gd name="connsiteX9" fmla="*/ 3171464 w 4051139"/>
                    <a:gd name="connsiteY9" fmla="*/ 2105389 h 2429480"/>
                    <a:gd name="connsiteX10" fmla="*/ 3507129 w 4051139"/>
                    <a:gd name="connsiteY10" fmla="*/ 2348457 h 2429480"/>
                    <a:gd name="connsiteX11" fmla="*/ 4051139 w 4051139"/>
                    <a:gd name="connsiteY11" fmla="*/ 2429480 h 2429480"/>
                    <a:gd name="connsiteX0" fmla="*/ 0 w 4051139"/>
                    <a:gd name="connsiteY0" fmla="*/ 2378831 h 2390406"/>
                    <a:gd name="connsiteX1" fmla="*/ 532435 w 4051139"/>
                    <a:gd name="connsiteY1" fmla="*/ 2297808 h 2390406"/>
                    <a:gd name="connsiteX2" fmla="*/ 1053296 w 4051139"/>
                    <a:gd name="connsiteY2" fmla="*/ 1742224 h 2390406"/>
                    <a:gd name="connsiteX3" fmla="*/ 1574157 w 4051139"/>
                    <a:gd name="connsiteY3" fmla="*/ 631054 h 2390406"/>
                    <a:gd name="connsiteX4" fmla="*/ 1932972 w 4051139"/>
                    <a:gd name="connsiteY4" fmla="*/ 52320 h 2390406"/>
                    <a:gd name="connsiteX5" fmla="*/ 2176041 w 4051139"/>
                    <a:gd name="connsiteY5" fmla="*/ 63894 h 2390406"/>
                    <a:gd name="connsiteX6" fmla="*/ 2430684 w 4051139"/>
                    <a:gd name="connsiteY6" fmla="*/ 376411 h 2390406"/>
                    <a:gd name="connsiteX7" fmla="*/ 2673752 w 4051139"/>
                    <a:gd name="connsiteY7" fmla="*/ 978294 h 2390406"/>
                    <a:gd name="connsiteX8" fmla="*/ 2974694 w 4051139"/>
                    <a:gd name="connsiteY8" fmla="*/ 1672775 h 2390406"/>
                    <a:gd name="connsiteX9" fmla="*/ 3171464 w 4051139"/>
                    <a:gd name="connsiteY9" fmla="*/ 2066315 h 2390406"/>
                    <a:gd name="connsiteX10" fmla="*/ 3507129 w 4051139"/>
                    <a:gd name="connsiteY10" fmla="*/ 2309383 h 2390406"/>
                    <a:gd name="connsiteX11" fmla="*/ 4051139 w 4051139"/>
                    <a:gd name="connsiteY11" fmla="*/ 2390406 h 2390406"/>
                    <a:gd name="connsiteX0" fmla="*/ 0 w 4051139"/>
                    <a:gd name="connsiteY0" fmla="*/ 2393934 h 2405509"/>
                    <a:gd name="connsiteX1" fmla="*/ 532435 w 4051139"/>
                    <a:gd name="connsiteY1" fmla="*/ 2312911 h 2405509"/>
                    <a:gd name="connsiteX2" fmla="*/ 1053296 w 4051139"/>
                    <a:gd name="connsiteY2" fmla="*/ 1757327 h 2405509"/>
                    <a:gd name="connsiteX3" fmla="*/ 1574157 w 4051139"/>
                    <a:gd name="connsiteY3" fmla="*/ 646157 h 2405509"/>
                    <a:gd name="connsiteX4" fmla="*/ 1932972 w 4051139"/>
                    <a:gd name="connsiteY4" fmla="*/ 67423 h 2405509"/>
                    <a:gd name="connsiteX5" fmla="*/ 2176041 w 4051139"/>
                    <a:gd name="connsiteY5" fmla="*/ 78997 h 2405509"/>
                    <a:gd name="connsiteX6" fmla="*/ 2430684 w 4051139"/>
                    <a:gd name="connsiteY6" fmla="*/ 391514 h 2405509"/>
                    <a:gd name="connsiteX7" fmla="*/ 2673752 w 4051139"/>
                    <a:gd name="connsiteY7" fmla="*/ 993397 h 2405509"/>
                    <a:gd name="connsiteX8" fmla="*/ 2974694 w 4051139"/>
                    <a:gd name="connsiteY8" fmla="*/ 1687878 h 2405509"/>
                    <a:gd name="connsiteX9" fmla="*/ 3171464 w 4051139"/>
                    <a:gd name="connsiteY9" fmla="*/ 2081418 h 2405509"/>
                    <a:gd name="connsiteX10" fmla="*/ 3507129 w 4051139"/>
                    <a:gd name="connsiteY10" fmla="*/ 2324486 h 2405509"/>
                    <a:gd name="connsiteX11" fmla="*/ 4051139 w 4051139"/>
                    <a:gd name="connsiteY11" fmla="*/ 2405509 h 2405509"/>
                    <a:gd name="connsiteX0" fmla="*/ 0 w 4051139"/>
                    <a:gd name="connsiteY0" fmla="*/ 2378831 h 2390406"/>
                    <a:gd name="connsiteX1" fmla="*/ 532435 w 4051139"/>
                    <a:gd name="connsiteY1" fmla="*/ 2297808 h 2390406"/>
                    <a:gd name="connsiteX2" fmla="*/ 1053296 w 4051139"/>
                    <a:gd name="connsiteY2" fmla="*/ 1742224 h 2390406"/>
                    <a:gd name="connsiteX3" fmla="*/ 1574157 w 4051139"/>
                    <a:gd name="connsiteY3" fmla="*/ 631054 h 2390406"/>
                    <a:gd name="connsiteX4" fmla="*/ 1932972 w 4051139"/>
                    <a:gd name="connsiteY4" fmla="*/ 52320 h 2390406"/>
                    <a:gd name="connsiteX5" fmla="*/ 2176041 w 4051139"/>
                    <a:gd name="connsiteY5" fmla="*/ 63894 h 2390406"/>
                    <a:gd name="connsiteX6" fmla="*/ 2430684 w 4051139"/>
                    <a:gd name="connsiteY6" fmla="*/ 376411 h 2390406"/>
                    <a:gd name="connsiteX7" fmla="*/ 2673752 w 4051139"/>
                    <a:gd name="connsiteY7" fmla="*/ 978294 h 2390406"/>
                    <a:gd name="connsiteX8" fmla="*/ 2974694 w 4051139"/>
                    <a:gd name="connsiteY8" fmla="*/ 1672775 h 2390406"/>
                    <a:gd name="connsiteX9" fmla="*/ 3171464 w 4051139"/>
                    <a:gd name="connsiteY9" fmla="*/ 2066315 h 2390406"/>
                    <a:gd name="connsiteX10" fmla="*/ 3507129 w 4051139"/>
                    <a:gd name="connsiteY10" fmla="*/ 2309383 h 2390406"/>
                    <a:gd name="connsiteX11" fmla="*/ 4051139 w 4051139"/>
                    <a:gd name="connsiteY11" fmla="*/ 2390406 h 2390406"/>
                    <a:gd name="connsiteX0" fmla="*/ 0 w 4051139"/>
                    <a:gd name="connsiteY0" fmla="*/ 2398145 h 2409720"/>
                    <a:gd name="connsiteX1" fmla="*/ 532435 w 4051139"/>
                    <a:gd name="connsiteY1" fmla="*/ 2317122 h 2409720"/>
                    <a:gd name="connsiteX2" fmla="*/ 1053296 w 4051139"/>
                    <a:gd name="connsiteY2" fmla="*/ 1761538 h 2409720"/>
                    <a:gd name="connsiteX3" fmla="*/ 1574157 w 4051139"/>
                    <a:gd name="connsiteY3" fmla="*/ 650368 h 2409720"/>
                    <a:gd name="connsiteX4" fmla="*/ 1932972 w 4051139"/>
                    <a:gd name="connsiteY4" fmla="*/ 71634 h 2409720"/>
                    <a:gd name="connsiteX5" fmla="*/ 2176041 w 4051139"/>
                    <a:gd name="connsiteY5" fmla="*/ 83208 h 2409720"/>
                    <a:gd name="connsiteX6" fmla="*/ 2558006 w 4051139"/>
                    <a:gd name="connsiteY6" fmla="*/ 742966 h 2409720"/>
                    <a:gd name="connsiteX7" fmla="*/ 2673752 w 4051139"/>
                    <a:gd name="connsiteY7" fmla="*/ 997608 h 2409720"/>
                    <a:gd name="connsiteX8" fmla="*/ 2974694 w 4051139"/>
                    <a:gd name="connsiteY8" fmla="*/ 1692089 h 2409720"/>
                    <a:gd name="connsiteX9" fmla="*/ 3171464 w 4051139"/>
                    <a:gd name="connsiteY9" fmla="*/ 2085629 h 2409720"/>
                    <a:gd name="connsiteX10" fmla="*/ 3507129 w 4051139"/>
                    <a:gd name="connsiteY10" fmla="*/ 2328697 h 2409720"/>
                    <a:gd name="connsiteX11" fmla="*/ 4051139 w 4051139"/>
                    <a:gd name="connsiteY11" fmla="*/ 2409720 h 2409720"/>
                    <a:gd name="connsiteX0" fmla="*/ 0 w 4051139"/>
                    <a:gd name="connsiteY0" fmla="*/ 2398145 h 2409720"/>
                    <a:gd name="connsiteX1" fmla="*/ 532435 w 4051139"/>
                    <a:gd name="connsiteY1" fmla="*/ 2317122 h 2409720"/>
                    <a:gd name="connsiteX2" fmla="*/ 1053296 w 4051139"/>
                    <a:gd name="connsiteY2" fmla="*/ 1761538 h 2409720"/>
                    <a:gd name="connsiteX3" fmla="*/ 1574157 w 4051139"/>
                    <a:gd name="connsiteY3" fmla="*/ 650368 h 2409720"/>
                    <a:gd name="connsiteX4" fmla="*/ 1932972 w 4051139"/>
                    <a:gd name="connsiteY4" fmla="*/ 71634 h 2409720"/>
                    <a:gd name="connsiteX5" fmla="*/ 2176041 w 4051139"/>
                    <a:gd name="connsiteY5" fmla="*/ 83208 h 2409720"/>
                    <a:gd name="connsiteX6" fmla="*/ 2558006 w 4051139"/>
                    <a:gd name="connsiteY6" fmla="*/ 742966 h 2409720"/>
                    <a:gd name="connsiteX7" fmla="*/ 2974694 w 4051139"/>
                    <a:gd name="connsiteY7" fmla="*/ 1692089 h 2409720"/>
                    <a:gd name="connsiteX8" fmla="*/ 3171464 w 4051139"/>
                    <a:gd name="connsiteY8" fmla="*/ 2085629 h 2409720"/>
                    <a:gd name="connsiteX9" fmla="*/ 3507129 w 4051139"/>
                    <a:gd name="connsiteY9" fmla="*/ 2328697 h 2409720"/>
                    <a:gd name="connsiteX10" fmla="*/ 4051139 w 4051139"/>
                    <a:gd name="connsiteY10" fmla="*/ 2409720 h 2409720"/>
                    <a:gd name="connsiteX0" fmla="*/ 0 w 4051139"/>
                    <a:gd name="connsiteY0" fmla="*/ 2398145 h 2409720"/>
                    <a:gd name="connsiteX1" fmla="*/ 532435 w 4051139"/>
                    <a:gd name="connsiteY1" fmla="*/ 2317122 h 2409720"/>
                    <a:gd name="connsiteX2" fmla="*/ 1053296 w 4051139"/>
                    <a:gd name="connsiteY2" fmla="*/ 1761538 h 2409720"/>
                    <a:gd name="connsiteX3" fmla="*/ 1574157 w 4051139"/>
                    <a:gd name="connsiteY3" fmla="*/ 650368 h 2409720"/>
                    <a:gd name="connsiteX4" fmla="*/ 1932972 w 4051139"/>
                    <a:gd name="connsiteY4" fmla="*/ 71634 h 2409720"/>
                    <a:gd name="connsiteX5" fmla="*/ 2176041 w 4051139"/>
                    <a:gd name="connsiteY5" fmla="*/ 83208 h 2409720"/>
                    <a:gd name="connsiteX6" fmla="*/ 2558006 w 4051139"/>
                    <a:gd name="connsiteY6" fmla="*/ 742966 h 2409720"/>
                    <a:gd name="connsiteX7" fmla="*/ 2963119 w 4051139"/>
                    <a:gd name="connsiteY7" fmla="*/ 1703663 h 2409720"/>
                    <a:gd name="connsiteX8" fmla="*/ 3171464 w 4051139"/>
                    <a:gd name="connsiteY8" fmla="*/ 2085629 h 2409720"/>
                    <a:gd name="connsiteX9" fmla="*/ 3507129 w 4051139"/>
                    <a:gd name="connsiteY9" fmla="*/ 2328697 h 2409720"/>
                    <a:gd name="connsiteX10" fmla="*/ 4051139 w 4051139"/>
                    <a:gd name="connsiteY10" fmla="*/ 2409720 h 2409720"/>
                    <a:gd name="connsiteX0" fmla="*/ 0 w 4051139"/>
                    <a:gd name="connsiteY0" fmla="*/ 2398145 h 2409720"/>
                    <a:gd name="connsiteX1" fmla="*/ 532435 w 4051139"/>
                    <a:gd name="connsiteY1" fmla="*/ 2317122 h 2409720"/>
                    <a:gd name="connsiteX2" fmla="*/ 1053296 w 4051139"/>
                    <a:gd name="connsiteY2" fmla="*/ 1761538 h 2409720"/>
                    <a:gd name="connsiteX3" fmla="*/ 1574157 w 4051139"/>
                    <a:gd name="connsiteY3" fmla="*/ 650368 h 2409720"/>
                    <a:gd name="connsiteX4" fmla="*/ 1932972 w 4051139"/>
                    <a:gd name="connsiteY4" fmla="*/ 71634 h 2409720"/>
                    <a:gd name="connsiteX5" fmla="*/ 2176041 w 4051139"/>
                    <a:gd name="connsiteY5" fmla="*/ 83208 h 2409720"/>
                    <a:gd name="connsiteX6" fmla="*/ 2558006 w 4051139"/>
                    <a:gd name="connsiteY6" fmla="*/ 742966 h 2409720"/>
                    <a:gd name="connsiteX7" fmla="*/ 2963119 w 4051139"/>
                    <a:gd name="connsiteY7" fmla="*/ 1703663 h 2409720"/>
                    <a:gd name="connsiteX8" fmla="*/ 3507129 w 4051139"/>
                    <a:gd name="connsiteY8" fmla="*/ 2328697 h 2409720"/>
                    <a:gd name="connsiteX9" fmla="*/ 4051139 w 4051139"/>
                    <a:gd name="connsiteY9" fmla="*/ 2409720 h 2409720"/>
                    <a:gd name="connsiteX0" fmla="*/ 0 w 4051139"/>
                    <a:gd name="connsiteY0" fmla="*/ 2398145 h 2409720"/>
                    <a:gd name="connsiteX1" fmla="*/ 532435 w 4051139"/>
                    <a:gd name="connsiteY1" fmla="*/ 2317122 h 2409720"/>
                    <a:gd name="connsiteX2" fmla="*/ 1053296 w 4051139"/>
                    <a:gd name="connsiteY2" fmla="*/ 1761538 h 2409720"/>
                    <a:gd name="connsiteX3" fmla="*/ 1574157 w 4051139"/>
                    <a:gd name="connsiteY3" fmla="*/ 650368 h 2409720"/>
                    <a:gd name="connsiteX4" fmla="*/ 1932972 w 4051139"/>
                    <a:gd name="connsiteY4" fmla="*/ 71634 h 2409720"/>
                    <a:gd name="connsiteX5" fmla="*/ 2176041 w 4051139"/>
                    <a:gd name="connsiteY5" fmla="*/ 83208 h 2409720"/>
                    <a:gd name="connsiteX6" fmla="*/ 2558006 w 4051139"/>
                    <a:gd name="connsiteY6" fmla="*/ 742966 h 2409720"/>
                    <a:gd name="connsiteX7" fmla="*/ 2963119 w 4051139"/>
                    <a:gd name="connsiteY7" fmla="*/ 1703663 h 2409720"/>
                    <a:gd name="connsiteX8" fmla="*/ 3368233 w 4051139"/>
                    <a:gd name="connsiteY8" fmla="*/ 2247674 h 2409720"/>
                    <a:gd name="connsiteX9" fmla="*/ 4051139 w 4051139"/>
                    <a:gd name="connsiteY9" fmla="*/ 2409720 h 2409720"/>
                    <a:gd name="connsiteX0" fmla="*/ 0 w 4051139"/>
                    <a:gd name="connsiteY0" fmla="*/ 2411745 h 2423320"/>
                    <a:gd name="connsiteX1" fmla="*/ 532435 w 4051139"/>
                    <a:gd name="connsiteY1" fmla="*/ 2330722 h 2423320"/>
                    <a:gd name="connsiteX2" fmla="*/ 1053296 w 4051139"/>
                    <a:gd name="connsiteY2" fmla="*/ 1775138 h 2423320"/>
                    <a:gd name="connsiteX3" fmla="*/ 1574157 w 4051139"/>
                    <a:gd name="connsiteY3" fmla="*/ 663968 h 2423320"/>
                    <a:gd name="connsiteX4" fmla="*/ 1932972 w 4051139"/>
                    <a:gd name="connsiteY4" fmla="*/ 85234 h 2423320"/>
                    <a:gd name="connsiteX5" fmla="*/ 2257063 w 4051139"/>
                    <a:gd name="connsiteY5" fmla="*/ 73659 h 2423320"/>
                    <a:gd name="connsiteX6" fmla="*/ 2558006 w 4051139"/>
                    <a:gd name="connsiteY6" fmla="*/ 756566 h 2423320"/>
                    <a:gd name="connsiteX7" fmla="*/ 2963119 w 4051139"/>
                    <a:gd name="connsiteY7" fmla="*/ 1717263 h 2423320"/>
                    <a:gd name="connsiteX8" fmla="*/ 3368233 w 4051139"/>
                    <a:gd name="connsiteY8" fmla="*/ 2261274 h 2423320"/>
                    <a:gd name="connsiteX9" fmla="*/ 4051139 w 4051139"/>
                    <a:gd name="connsiteY9" fmla="*/ 2423320 h 2423320"/>
                    <a:gd name="connsiteX0" fmla="*/ 0 w 4051139"/>
                    <a:gd name="connsiteY0" fmla="*/ 2400890 h 2412465"/>
                    <a:gd name="connsiteX1" fmla="*/ 532435 w 4051139"/>
                    <a:gd name="connsiteY1" fmla="*/ 2319867 h 2412465"/>
                    <a:gd name="connsiteX2" fmla="*/ 1053296 w 4051139"/>
                    <a:gd name="connsiteY2" fmla="*/ 1764283 h 2412465"/>
                    <a:gd name="connsiteX3" fmla="*/ 1574157 w 4051139"/>
                    <a:gd name="connsiteY3" fmla="*/ 653113 h 2412465"/>
                    <a:gd name="connsiteX4" fmla="*/ 1898248 w 4051139"/>
                    <a:gd name="connsiteY4" fmla="*/ 97528 h 2412465"/>
                    <a:gd name="connsiteX5" fmla="*/ 2257063 w 4051139"/>
                    <a:gd name="connsiteY5" fmla="*/ 62804 h 2412465"/>
                    <a:gd name="connsiteX6" fmla="*/ 2558006 w 4051139"/>
                    <a:gd name="connsiteY6" fmla="*/ 745711 h 2412465"/>
                    <a:gd name="connsiteX7" fmla="*/ 2963119 w 4051139"/>
                    <a:gd name="connsiteY7" fmla="*/ 1706408 h 2412465"/>
                    <a:gd name="connsiteX8" fmla="*/ 3368233 w 4051139"/>
                    <a:gd name="connsiteY8" fmla="*/ 2250419 h 2412465"/>
                    <a:gd name="connsiteX9" fmla="*/ 4051139 w 4051139"/>
                    <a:gd name="connsiteY9" fmla="*/ 2412465 h 2412465"/>
                    <a:gd name="connsiteX0" fmla="*/ 0 w 4051139"/>
                    <a:gd name="connsiteY0" fmla="*/ 2400890 h 2412465"/>
                    <a:gd name="connsiteX1" fmla="*/ 532435 w 4051139"/>
                    <a:gd name="connsiteY1" fmla="*/ 2319867 h 2412465"/>
                    <a:gd name="connsiteX2" fmla="*/ 1053296 w 4051139"/>
                    <a:gd name="connsiteY2" fmla="*/ 1764283 h 2412465"/>
                    <a:gd name="connsiteX3" fmla="*/ 1574157 w 4051139"/>
                    <a:gd name="connsiteY3" fmla="*/ 653113 h 2412465"/>
                    <a:gd name="connsiteX4" fmla="*/ 1898248 w 4051139"/>
                    <a:gd name="connsiteY4" fmla="*/ 97528 h 2412465"/>
                    <a:gd name="connsiteX5" fmla="*/ 2210764 w 4051139"/>
                    <a:gd name="connsiteY5" fmla="*/ 62804 h 2412465"/>
                    <a:gd name="connsiteX6" fmla="*/ 2558006 w 4051139"/>
                    <a:gd name="connsiteY6" fmla="*/ 745711 h 2412465"/>
                    <a:gd name="connsiteX7" fmla="*/ 2963119 w 4051139"/>
                    <a:gd name="connsiteY7" fmla="*/ 1706408 h 2412465"/>
                    <a:gd name="connsiteX8" fmla="*/ 3368233 w 4051139"/>
                    <a:gd name="connsiteY8" fmla="*/ 2250419 h 2412465"/>
                    <a:gd name="connsiteX9" fmla="*/ 4051139 w 4051139"/>
                    <a:gd name="connsiteY9" fmla="*/ 2412465 h 2412465"/>
                    <a:gd name="connsiteX0" fmla="*/ 0 w 4051139"/>
                    <a:gd name="connsiteY0" fmla="*/ 2396766 h 2408341"/>
                    <a:gd name="connsiteX1" fmla="*/ 532435 w 4051139"/>
                    <a:gd name="connsiteY1" fmla="*/ 2315743 h 2408341"/>
                    <a:gd name="connsiteX2" fmla="*/ 1053296 w 4051139"/>
                    <a:gd name="connsiteY2" fmla="*/ 1760159 h 2408341"/>
                    <a:gd name="connsiteX3" fmla="*/ 1574157 w 4051139"/>
                    <a:gd name="connsiteY3" fmla="*/ 648989 h 2408341"/>
                    <a:gd name="connsiteX4" fmla="*/ 1898248 w 4051139"/>
                    <a:gd name="connsiteY4" fmla="*/ 93404 h 2408341"/>
                    <a:gd name="connsiteX5" fmla="*/ 2210764 w 4051139"/>
                    <a:gd name="connsiteY5" fmla="*/ 58680 h 2408341"/>
                    <a:gd name="connsiteX6" fmla="*/ 2534857 w 4051139"/>
                    <a:gd name="connsiteY6" fmla="*/ 683714 h 2408341"/>
                    <a:gd name="connsiteX7" fmla="*/ 2963119 w 4051139"/>
                    <a:gd name="connsiteY7" fmla="*/ 1702284 h 2408341"/>
                    <a:gd name="connsiteX8" fmla="*/ 3368233 w 4051139"/>
                    <a:gd name="connsiteY8" fmla="*/ 2246295 h 2408341"/>
                    <a:gd name="connsiteX9" fmla="*/ 4051139 w 4051139"/>
                    <a:gd name="connsiteY9" fmla="*/ 2408341 h 2408341"/>
                    <a:gd name="connsiteX0" fmla="*/ 0 w 4051139"/>
                    <a:gd name="connsiteY0" fmla="*/ 2396766 h 2408341"/>
                    <a:gd name="connsiteX1" fmla="*/ 532435 w 4051139"/>
                    <a:gd name="connsiteY1" fmla="*/ 2315743 h 2408341"/>
                    <a:gd name="connsiteX2" fmla="*/ 1053296 w 4051139"/>
                    <a:gd name="connsiteY2" fmla="*/ 1760159 h 2408341"/>
                    <a:gd name="connsiteX3" fmla="*/ 1574157 w 4051139"/>
                    <a:gd name="connsiteY3" fmla="*/ 648989 h 2408341"/>
                    <a:gd name="connsiteX4" fmla="*/ 1898248 w 4051139"/>
                    <a:gd name="connsiteY4" fmla="*/ 93404 h 2408341"/>
                    <a:gd name="connsiteX5" fmla="*/ 2210764 w 4051139"/>
                    <a:gd name="connsiteY5" fmla="*/ 58680 h 2408341"/>
                    <a:gd name="connsiteX6" fmla="*/ 2534857 w 4051139"/>
                    <a:gd name="connsiteY6" fmla="*/ 683714 h 2408341"/>
                    <a:gd name="connsiteX7" fmla="*/ 2974694 w 4051139"/>
                    <a:gd name="connsiteY7" fmla="*/ 1760158 h 2408341"/>
                    <a:gd name="connsiteX8" fmla="*/ 3368233 w 4051139"/>
                    <a:gd name="connsiteY8" fmla="*/ 2246295 h 2408341"/>
                    <a:gd name="connsiteX9" fmla="*/ 4051139 w 4051139"/>
                    <a:gd name="connsiteY9" fmla="*/ 2408341 h 2408341"/>
                    <a:gd name="connsiteX0" fmla="*/ 0 w 4051139"/>
                    <a:gd name="connsiteY0" fmla="*/ 2393485 h 2405060"/>
                    <a:gd name="connsiteX1" fmla="*/ 532435 w 4051139"/>
                    <a:gd name="connsiteY1" fmla="*/ 2312462 h 2405060"/>
                    <a:gd name="connsiteX2" fmla="*/ 1053296 w 4051139"/>
                    <a:gd name="connsiteY2" fmla="*/ 1756878 h 2405060"/>
                    <a:gd name="connsiteX3" fmla="*/ 1574157 w 4051139"/>
                    <a:gd name="connsiteY3" fmla="*/ 645708 h 2405060"/>
                    <a:gd name="connsiteX4" fmla="*/ 1898248 w 4051139"/>
                    <a:gd name="connsiteY4" fmla="*/ 90123 h 2405060"/>
                    <a:gd name="connsiteX5" fmla="*/ 2210764 w 4051139"/>
                    <a:gd name="connsiteY5" fmla="*/ 55399 h 2405060"/>
                    <a:gd name="connsiteX6" fmla="*/ 2523282 w 4051139"/>
                    <a:gd name="connsiteY6" fmla="*/ 634134 h 2405060"/>
                    <a:gd name="connsiteX7" fmla="*/ 2974694 w 4051139"/>
                    <a:gd name="connsiteY7" fmla="*/ 1756877 h 2405060"/>
                    <a:gd name="connsiteX8" fmla="*/ 3368233 w 4051139"/>
                    <a:gd name="connsiteY8" fmla="*/ 2243014 h 2405060"/>
                    <a:gd name="connsiteX9" fmla="*/ 4051139 w 4051139"/>
                    <a:gd name="connsiteY9" fmla="*/ 2405060 h 2405060"/>
                    <a:gd name="connsiteX0" fmla="*/ 0 w 4051139"/>
                    <a:gd name="connsiteY0" fmla="*/ 2391161 h 2402736"/>
                    <a:gd name="connsiteX1" fmla="*/ 532435 w 4051139"/>
                    <a:gd name="connsiteY1" fmla="*/ 2310138 h 2402736"/>
                    <a:gd name="connsiteX2" fmla="*/ 1053296 w 4051139"/>
                    <a:gd name="connsiteY2" fmla="*/ 1754554 h 2402736"/>
                    <a:gd name="connsiteX3" fmla="*/ 1597306 w 4051139"/>
                    <a:gd name="connsiteY3" fmla="*/ 597086 h 2402736"/>
                    <a:gd name="connsiteX4" fmla="*/ 1898248 w 4051139"/>
                    <a:gd name="connsiteY4" fmla="*/ 87799 h 2402736"/>
                    <a:gd name="connsiteX5" fmla="*/ 2210764 w 4051139"/>
                    <a:gd name="connsiteY5" fmla="*/ 53075 h 2402736"/>
                    <a:gd name="connsiteX6" fmla="*/ 2523282 w 4051139"/>
                    <a:gd name="connsiteY6" fmla="*/ 631810 h 2402736"/>
                    <a:gd name="connsiteX7" fmla="*/ 2974694 w 4051139"/>
                    <a:gd name="connsiteY7" fmla="*/ 1754553 h 2402736"/>
                    <a:gd name="connsiteX8" fmla="*/ 3368233 w 4051139"/>
                    <a:gd name="connsiteY8" fmla="*/ 2240690 h 2402736"/>
                    <a:gd name="connsiteX9" fmla="*/ 4051139 w 4051139"/>
                    <a:gd name="connsiteY9" fmla="*/ 2402736 h 2402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051139" h="2402736">
                      <a:moveTo>
                        <a:pt x="0" y="2391161"/>
                      </a:moveTo>
                      <a:cubicBezTo>
                        <a:pt x="178443" y="2403700"/>
                        <a:pt x="356886" y="2416239"/>
                        <a:pt x="532435" y="2310138"/>
                      </a:cubicBezTo>
                      <a:cubicBezTo>
                        <a:pt x="707984" y="2204037"/>
                        <a:pt x="875818" y="2040063"/>
                        <a:pt x="1053296" y="1754554"/>
                      </a:cubicBezTo>
                      <a:cubicBezTo>
                        <a:pt x="1230774" y="1469045"/>
                        <a:pt x="1456481" y="874879"/>
                        <a:pt x="1597306" y="597086"/>
                      </a:cubicBezTo>
                      <a:cubicBezTo>
                        <a:pt x="1738131" y="319294"/>
                        <a:pt x="1796005" y="178467"/>
                        <a:pt x="1898248" y="87799"/>
                      </a:cubicBezTo>
                      <a:cubicBezTo>
                        <a:pt x="2000491" y="-2869"/>
                        <a:pt x="2106592" y="-37593"/>
                        <a:pt x="2210764" y="53075"/>
                      </a:cubicBezTo>
                      <a:cubicBezTo>
                        <a:pt x="2314936" y="143743"/>
                        <a:pt x="2395960" y="348230"/>
                        <a:pt x="2523282" y="631810"/>
                      </a:cubicBezTo>
                      <a:cubicBezTo>
                        <a:pt x="2650604" y="915390"/>
                        <a:pt x="2833869" y="1486406"/>
                        <a:pt x="2974694" y="1754553"/>
                      </a:cubicBezTo>
                      <a:cubicBezTo>
                        <a:pt x="3115519" y="2022700"/>
                        <a:pt x="3186896" y="2123014"/>
                        <a:pt x="3368233" y="2240690"/>
                      </a:cubicBezTo>
                      <a:cubicBezTo>
                        <a:pt x="3522562" y="2304351"/>
                        <a:pt x="3856298" y="2394055"/>
                        <a:pt x="4051139" y="2402736"/>
                      </a:cubicBezTo>
                    </a:path>
                  </a:pathLst>
                </a:custGeom>
                <a:noFill/>
                <a:ln w="28575" cap="flat" cmpd="sng" algn="ctr">
                  <a:solidFill>
                    <a:srgbClr val="C00000"/>
                  </a:solidFill>
                  <a:prstDash val="sysDot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S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4" name="Text Box 2">
                <a:extLst>
                  <a:ext uri="{FF2B5EF4-FFF2-40B4-BE49-F238E27FC236}">
                    <a16:creationId xmlns:a16="http://schemas.microsoft.com/office/drawing/2014/main" id="{016C4556-965C-BDE4-4453-E4DD3B686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1984" y="1605856"/>
                <a:ext cx="2219183" cy="7588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SE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Background mortality</a:t>
                </a:r>
              </a:p>
            </p:txBody>
          </p:sp>
          <p:cxnSp>
            <p:nvCxnSpPr>
              <p:cNvPr id="45" name="Rak pil 14">
                <a:extLst>
                  <a:ext uri="{FF2B5EF4-FFF2-40B4-BE49-F238E27FC236}">
                    <a16:creationId xmlns:a16="http://schemas.microsoft.com/office/drawing/2014/main" id="{949CE966-382F-1782-B7C3-28EE1E90BE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16852" y="2506299"/>
                <a:ext cx="137893" cy="341648"/>
              </a:xfrm>
              <a:prstGeom prst="straightConnector1">
                <a:avLst/>
              </a:prstGeom>
              <a:noFill/>
              <a:ln w="44450" cap="flat" cmpd="sng" algn="ctr">
                <a:solidFill>
                  <a:schemeClr val="bg2">
                    <a:lumMod val="75000"/>
                  </a:schemeClr>
                </a:solidFill>
                <a:prstDash val="lgDash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5AD98283-8196-FA29-32F3-94C806346A45}"/>
                      </a:ext>
                    </a:extLst>
                  </p:cNvPr>
                  <p:cNvSpPr/>
                  <p:nvPr/>
                </p:nvSpPr>
                <p:spPr>
                  <a:xfrm>
                    <a:off x="10616672" y="2158977"/>
                    <a:ext cx="1394228" cy="34932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SE" sz="16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6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E" sz="1600" i="1">
                                  <a:latin typeface="Cambria Math" panose="02040503050406030204" pitchFamily="18" charset="0"/>
                                </a:rPr>
                                <m:t>𝑏𝑎𝑐</m:t>
                              </m:r>
                              <m:r>
                                <a:rPr lang="en-SE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E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sv-SE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𝑚𝑜𝑟</m:t>
                              </m:r>
                            </m:sub>
                          </m:sSub>
                          <m:d>
                            <m:dPr>
                              <m:ctrlPr>
                                <a:rPr lang="en-SE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E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m:oMathPara>
                    </a14:m>
                    <a:endParaRPr lang="en-SE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5AD98283-8196-FA29-32F3-94C806346A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6672" y="2158977"/>
                    <a:ext cx="1394228" cy="34932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0" name="Rak pil 14">
                <a:extLst>
                  <a:ext uri="{FF2B5EF4-FFF2-40B4-BE49-F238E27FC236}">
                    <a16:creationId xmlns:a16="http://schemas.microsoft.com/office/drawing/2014/main" id="{9C5F28FA-7937-C0D3-C89A-F1C8E101B5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21816" y="2782048"/>
                <a:ext cx="401010" cy="186716"/>
              </a:xfrm>
              <a:prstGeom prst="straightConnector1">
                <a:avLst/>
              </a:prstGeom>
              <a:noFill/>
              <a:ln w="44450" cap="flat" cmpd="sng" algn="ctr">
                <a:solidFill>
                  <a:schemeClr val="bg2">
                    <a:lumMod val="75000"/>
                  </a:schemeClr>
                </a:solidFill>
                <a:prstDash val="lgDash"/>
                <a:miter lim="800000"/>
                <a:tailEnd type="none"/>
              </a:ln>
              <a:effectLst/>
            </p:spPr>
          </p:cxnSp>
          <p:cxnSp>
            <p:nvCxnSpPr>
              <p:cNvPr id="91" name="Rak pil 14">
                <a:extLst>
                  <a:ext uri="{FF2B5EF4-FFF2-40B4-BE49-F238E27FC236}">
                    <a16:creationId xmlns:a16="http://schemas.microsoft.com/office/drawing/2014/main" id="{0CA19BF0-7DFE-6932-0017-D05DD38FB4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89897" y="2847947"/>
                <a:ext cx="401010" cy="186716"/>
              </a:xfrm>
              <a:prstGeom prst="straightConnector1">
                <a:avLst/>
              </a:prstGeom>
              <a:noFill/>
              <a:ln w="44450" cap="flat" cmpd="sng" algn="ctr">
                <a:solidFill>
                  <a:schemeClr val="bg2">
                    <a:lumMod val="75000"/>
                  </a:schemeClr>
                </a:solidFill>
                <a:prstDash val="lgDash"/>
                <a:miter lim="800000"/>
                <a:tailEnd type="none"/>
              </a:ln>
              <a:effectLst/>
            </p:spPr>
          </p:cxnSp>
        </p:grp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D525815-546E-F22A-0EEE-0C7433360087}"/>
                </a:ext>
              </a:extLst>
            </p:cNvPr>
            <p:cNvCxnSpPr>
              <a:cxnSpLocks/>
            </p:cNvCxnSpPr>
            <p:nvPr/>
          </p:nvCxnSpPr>
          <p:spPr>
            <a:xfrm>
              <a:off x="3518990" y="5447984"/>
              <a:ext cx="0" cy="999003"/>
            </a:xfrm>
            <a:prstGeom prst="line">
              <a:avLst/>
            </a:prstGeom>
            <a:noFill/>
            <a:ln w="28575" cap="flat" cmpd="sng" algn="ctr">
              <a:solidFill>
                <a:srgbClr val="007681">
                  <a:lumMod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288B77A-0D9D-4E3D-8EC3-CD0D1C1EB457}"/>
                </a:ext>
              </a:extLst>
            </p:cNvPr>
            <p:cNvCxnSpPr>
              <a:cxnSpLocks/>
            </p:cNvCxnSpPr>
            <p:nvPr/>
          </p:nvCxnSpPr>
          <p:spPr>
            <a:xfrm>
              <a:off x="3518992" y="6437821"/>
              <a:ext cx="1425802" cy="0"/>
            </a:xfrm>
            <a:prstGeom prst="line">
              <a:avLst/>
            </a:prstGeom>
            <a:noFill/>
            <a:ln w="28575" cap="flat" cmpd="sng" algn="ctr">
              <a:solidFill>
                <a:srgbClr val="007681">
                  <a:lumMod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92" name="Rubrik 1">
              <a:extLst>
                <a:ext uri="{FF2B5EF4-FFF2-40B4-BE49-F238E27FC236}">
                  <a16:creationId xmlns:a16="http://schemas.microsoft.com/office/drawing/2014/main" id="{A1E3810E-AD88-23C2-08B6-215F0155BD60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2946511" y="5800171"/>
              <a:ext cx="824793" cy="4079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Density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ubrik 1">
                  <a:extLst>
                    <a:ext uri="{FF2B5EF4-FFF2-40B4-BE49-F238E27FC236}">
                      <a16:creationId xmlns:a16="http://schemas.microsoft.com/office/drawing/2014/main" id="{2A5A9DE6-F4E2-CF62-615C-5A91AD051B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462299" y="6416567"/>
                  <a:ext cx="3544793" cy="33634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lvl="0" algn="ctr"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Activation energy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SE" sz="1200" i="1" ker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200" i="1" ker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SE" sz="1200" i="1" ker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93" name="Rubrik 1">
                  <a:extLst>
                    <a:ext uri="{FF2B5EF4-FFF2-40B4-BE49-F238E27FC236}">
                      <a16:creationId xmlns:a16="http://schemas.microsoft.com/office/drawing/2014/main" id="{2A5A9DE6-F4E2-CF62-615C-5A91AD051B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2299" y="6416567"/>
                  <a:ext cx="3544793" cy="33634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 Box 2">
                <a:extLst>
                  <a:ext uri="{FF2B5EF4-FFF2-40B4-BE49-F238E27FC236}">
                    <a16:creationId xmlns:a16="http://schemas.microsoft.com/office/drawing/2014/main" id="{425D59F7-5254-16FF-3554-E0651BE34A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742" y="4450715"/>
                <a:ext cx="4674428" cy="43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SE" sz="105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Temperature scaling factor with randomly sampled activation energies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E" sz="1050" i="1" ker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E" sz="1050" i="1" ker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SE" sz="1050" i="1" ker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SE" sz="105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). Applied also to turnover rate and carrying capacity of basal resources</a:t>
                </a:r>
              </a:p>
            </p:txBody>
          </p:sp>
        </mc:Choice>
        <mc:Fallback>
          <p:sp>
            <p:nvSpPr>
              <p:cNvPr id="94" name="Text Box 2">
                <a:extLst>
                  <a:ext uri="{FF2B5EF4-FFF2-40B4-BE49-F238E27FC236}">
                    <a16:creationId xmlns:a16="http://schemas.microsoft.com/office/drawing/2014/main" id="{425D59F7-5254-16FF-3554-E0651BE34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742" y="4450715"/>
                <a:ext cx="4674428" cy="436928"/>
              </a:xfrm>
              <a:prstGeom prst="rect">
                <a:avLst/>
              </a:prstGeom>
              <a:blipFill>
                <a:blip r:embed="rId12"/>
                <a:stretch>
                  <a:fillRect b="-285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9ACA38E-AA1B-84D7-AD75-8463292050E0}"/>
              </a:ext>
            </a:extLst>
          </p:cNvPr>
          <p:cNvCxnSpPr>
            <a:cxnSpLocks/>
          </p:cNvCxnSpPr>
          <p:nvPr/>
        </p:nvCxnSpPr>
        <p:spPr>
          <a:xfrm flipH="1">
            <a:off x="2052845" y="5732987"/>
            <a:ext cx="1006917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sp>
        <p:nvSpPr>
          <p:cNvPr id="96" name="Ellips 25">
            <a:extLst>
              <a:ext uri="{FF2B5EF4-FFF2-40B4-BE49-F238E27FC236}">
                <a16:creationId xmlns:a16="http://schemas.microsoft.com/office/drawing/2014/main" id="{42E4DCC2-EE54-7C14-6524-C774A4053999}"/>
              </a:ext>
            </a:extLst>
          </p:cNvPr>
          <p:cNvSpPr/>
          <p:nvPr/>
        </p:nvSpPr>
        <p:spPr>
          <a:xfrm rot="15843108">
            <a:off x="4873106" y="3773738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Ellips 25">
            <a:extLst>
              <a:ext uri="{FF2B5EF4-FFF2-40B4-BE49-F238E27FC236}">
                <a16:creationId xmlns:a16="http://schemas.microsoft.com/office/drawing/2014/main" id="{85A64D72-396E-BDD6-E319-332792555E66}"/>
              </a:ext>
            </a:extLst>
          </p:cNvPr>
          <p:cNvSpPr/>
          <p:nvPr/>
        </p:nvSpPr>
        <p:spPr>
          <a:xfrm rot="15843108">
            <a:off x="5189481" y="3789732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Ellips 25">
            <a:extLst>
              <a:ext uri="{FF2B5EF4-FFF2-40B4-BE49-F238E27FC236}">
                <a16:creationId xmlns:a16="http://schemas.microsoft.com/office/drawing/2014/main" id="{5F59E7FA-9017-4E9B-593A-6BBFF5872828}"/>
              </a:ext>
            </a:extLst>
          </p:cNvPr>
          <p:cNvSpPr/>
          <p:nvPr/>
        </p:nvSpPr>
        <p:spPr>
          <a:xfrm rot="15843108">
            <a:off x="5005040" y="3943706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Ellips 25">
            <a:extLst>
              <a:ext uri="{FF2B5EF4-FFF2-40B4-BE49-F238E27FC236}">
                <a16:creationId xmlns:a16="http://schemas.microsoft.com/office/drawing/2014/main" id="{F85B42F4-F9FB-96DF-01B5-5C0B0FA760F3}"/>
              </a:ext>
            </a:extLst>
          </p:cNvPr>
          <p:cNvSpPr/>
          <p:nvPr/>
        </p:nvSpPr>
        <p:spPr>
          <a:xfrm rot="15843108">
            <a:off x="4847733" y="3664314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Ellips 25">
            <a:extLst>
              <a:ext uri="{FF2B5EF4-FFF2-40B4-BE49-F238E27FC236}">
                <a16:creationId xmlns:a16="http://schemas.microsoft.com/office/drawing/2014/main" id="{185601FC-C273-77AD-F197-8944DDC53AFC}"/>
              </a:ext>
            </a:extLst>
          </p:cNvPr>
          <p:cNvSpPr/>
          <p:nvPr/>
        </p:nvSpPr>
        <p:spPr>
          <a:xfrm rot="15843108">
            <a:off x="5175762" y="3680792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Ellips 25">
            <a:extLst>
              <a:ext uri="{FF2B5EF4-FFF2-40B4-BE49-F238E27FC236}">
                <a16:creationId xmlns:a16="http://schemas.microsoft.com/office/drawing/2014/main" id="{A446FA85-AD07-AF25-48E0-F9B238181846}"/>
              </a:ext>
            </a:extLst>
          </p:cNvPr>
          <p:cNvSpPr/>
          <p:nvPr/>
        </p:nvSpPr>
        <p:spPr>
          <a:xfrm rot="15843108">
            <a:off x="4991321" y="3834766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Ellips 25">
            <a:extLst>
              <a:ext uri="{FF2B5EF4-FFF2-40B4-BE49-F238E27FC236}">
                <a16:creationId xmlns:a16="http://schemas.microsoft.com/office/drawing/2014/main" id="{1C2C612E-A8CC-5A03-5390-F7CEA8844F8F}"/>
              </a:ext>
            </a:extLst>
          </p:cNvPr>
          <p:cNvSpPr/>
          <p:nvPr/>
        </p:nvSpPr>
        <p:spPr>
          <a:xfrm rot="15843108">
            <a:off x="4956609" y="3631215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Ellips 25">
            <a:extLst>
              <a:ext uri="{FF2B5EF4-FFF2-40B4-BE49-F238E27FC236}">
                <a16:creationId xmlns:a16="http://schemas.microsoft.com/office/drawing/2014/main" id="{C35D4C7E-2EB0-206F-074C-8D4220E6BB24}"/>
              </a:ext>
            </a:extLst>
          </p:cNvPr>
          <p:cNvSpPr/>
          <p:nvPr/>
        </p:nvSpPr>
        <p:spPr>
          <a:xfrm rot="15843108">
            <a:off x="5062258" y="3638433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Ellips 25">
            <a:extLst>
              <a:ext uri="{FF2B5EF4-FFF2-40B4-BE49-F238E27FC236}">
                <a16:creationId xmlns:a16="http://schemas.microsoft.com/office/drawing/2014/main" id="{8934BC7F-CD8B-D0A4-28A2-22CDF9AAA597}"/>
              </a:ext>
            </a:extLst>
          </p:cNvPr>
          <p:cNvSpPr/>
          <p:nvPr/>
        </p:nvSpPr>
        <p:spPr>
          <a:xfrm rot="15843108">
            <a:off x="5088543" y="3801183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Ellips 25">
            <a:extLst>
              <a:ext uri="{FF2B5EF4-FFF2-40B4-BE49-F238E27FC236}">
                <a16:creationId xmlns:a16="http://schemas.microsoft.com/office/drawing/2014/main" id="{6D39D78D-F04D-7285-8DEE-DF926FE0C8FC}"/>
              </a:ext>
            </a:extLst>
          </p:cNvPr>
          <p:cNvSpPr/>
          <p:nvPr/>
        </p:nvSpPr>
        <p:spPr>
          <a:xfrm rot="15843108">
            <a:off x="4956610" y="3726539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Ellips 25">
            <a:extLst>
              <a:ext uri="{FF2B5EF4-FFF2-40B4-BE49-F238E27FC236}">
                <a16:creationId xmlns:a16="http://schemas.microsoft.com/office/drawing/2014/main" id="{B5195DCF-70F6-FCAE-88F3-8F4E32CBA550}"/>
              </a:ext>
            </a:extLst>
          </p:cNvPr>
          <p:cNvSpPr/>
          <p:nvPr/>
        </p:nvSpPr>
        <p:spPr>
          <a:xfrm rot="15843108">
            <a:off x="5276579" y="3746505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Ellips 25">
            <a:extLst>
              <a:ext uri="{FF2B5EF4-FFF2-40B4-BE49-F238E27FC236}">
                <a16:creationId xmlns:a16="http://schemas.microsoft.com/office/drawing/2014/main" id="{BE54F2C8-B875-7376-BB53-93DE2B6A3687}"/>
              </a:ext>
            </a:extLst>
          </p:cNvPr>
          <p:cNvSpPr/>
          <p:nvPr/>
        </p:nvSpPr>
        <p:spPr>
          <a:xfrm rot="15843108">
            <a:off x="5088544" y="3896507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Ellips 25">
            <a:extLst>
              <a:ext uri="{FF2B5EF4-FFF2-40B4-BE49-F238E27FC236}">
                <a16:creationId xmlns:a16="http://schemas.microsoft.com/office/drawing/2014/main" id="{773480BA-E636-F488-AABC-44F29194D95F}"/>
              </a:ext>
            </a:extLst>
          </p:cNvPr>
          <p:cNvSpPr/>
          <p:nvPr/>
        </p:nvSpPr>
        <p:spPr>
          <a:xfrm rot="15843108">
            <a:off x="5192727" y="3888638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Ellips 25">
            <a:extLst>
              <a:ext uri="{FF2B5EF4-FFF2-40B4-BE49-F238E27FC236}">
                <a16:creationId xmlns:a16="http://schemas.microsoft.com/office/drawing/2014/main" id="{88BBF339-84B3-E3D3-2F99-E12533BAC972}"/>
              </a:ext>
            </a:extLst>
          </p:cNvPr>
          <p:cNvSpPr/>
          <p:nvPr/>
        </p:nvSpPr>
        <p:spPr>
          <a:xfrm rot="15843108">
            <a:off x="5279825" y="3845411"/>
            <a:ext cx="57166" cy="57166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37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69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 Lindmark</dc:creator>
  <cp:lastModifiedBy>Max Lindmark</cp:lastModifiedBy>
  <cp:revision>17</cp:revision>
  <dcterms:created xsi:type="dcterms:W3CDTF">2022-04-28T19:04:42Z</dcterms:created>
  <dcterms:modified xsi:type="dcterms:W3CDTF">2022-05-26T18:44:20Z</dcterms:modified>
</cp:coreProperties>
</file>